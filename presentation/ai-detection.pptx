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14"/>
  </p:notesMasterIdLst>
  <p:sldIdLst>
    <p:sldId id="267" r:id="rId2"/>
    <p:sldId id="266" r:id="rId3"/>
    <p:sldId id="268" r:id="rId4"/>
    <p:sldId id="272" r:id="rId5"/>
    <p:sldId id="270" r:id="rId6"/>
    <p:sldId id="271" r:id="rId7"/>
    <p:sldId id="273" r:id="rId8"/>
    <p:sldId id="275" r:id="rId9"/>
    <p:sldId id="276" r:id="rId10"/>
    <p:sldId id="277" r:id="rId11"/>
    <p:sldId id="278" r:id="rId12"/>
    <p:sldId id="28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80BC24-192B-3D4B-B035-72E7EA6AE6C6}" v="16" dt="2026-04-19T16:41:50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3901"/>
  </p:normalViewPr>
  <p:slideViewPr>
    <p:cSldViewPr snapToGrid="0" snapToObjects="1">
      <p:cViewPr>
        <p:scale>
          <a:sx n="175" d="100"/>
          <a:sy n="175" d="100"/>
        </p:scale>
        <p:origin x="-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a Linkas" userId="b5954122-17db-4193-b575-95f63f01001a" providerId="ADAL" clId="{5C9DDE0B-84D2-5347-A66D-489676A6707F}"/>
    <pc:docChg chg="undo custSel addSld delSld modSld sldOrd addMainMaster delMainMaster">
      <pc:chgData name="Louisa Linkas" userId="b5954122-17db-4193-b575-95f63f01001a" providerId="ADAL" clId="{5C9DDE0B-84D2-5347-A66D-489676A6707F}" dt="2026-04-19T17:05:12.404" v="4552" actId="20577"/>
      <pc:docMkLst>
        <pc:docMk/>
      </pc:docMkLst>
      <pc:sldChg chg="del">
        <pc:chgData name="Louisa Linkas" userId="b5954122-17db-4193-b575-95f63f01001a" providerId="ADAL" clId="{5C9DDE0B-84D2-5347-A66D-489676A6707F}" dt="2026-04-18T19:39:52.864" v="1"/>
        <pc:sldMkLst>
          <pc:docMk/>
          <pc:sldMk cId="4010231949" sldId="265"/>
        </pc:sldMkLst>
      </pc:sldChg>
      <pc:sldChg chg="mod modClrScheme chgLayout">
        <pc:chgData name="Louisa Linkas" userId="b5954122-17db-4193-b575-95f63f01001a" providerId="ADAL" clId="{5C9DDE0B-84D2-5347-A66D-489676A6707F}" dt="2026-04-18T19:39:52.906" v="2"/>
        <pc:sldMkLst>
          <pc:docMk/>
          <pc:sldMk cId="1016976867" sldId="266"/>
        </pc:sldMkLst>
      </pc:sldChg>
      <pc:sldChg chg="delSp modSp add mod">
        <pc:chgData name="Louisa Linkas" userId="b5954122-17db-4193-b575-95f63f01001a" providerId="ADAL" clId="{5C9DDE0B-84D2-5347-A66D-489676A6707F}" dt="2026-04-19T16:01:57.096" v="3860" actId="1076"/>
        <pc:sldMkLst>
          <pc:docMk/>
          <pc:sldMk cId="1064841960" sldId="267"/>
        </pc:sldMkLst>
        <pc:spChg chg="del">
          <ac:chgData name="Louisa Linkas" userId="b5954122-17db-4193-b575-95f63f01001a" providerId="ADAL" clId="{5C9DDE0B-84D2-5347-A66D-489676A6707F}" dt="2026-04-19T16:01:33.335" v="3838" actId="478"/>
          <ac:spMkLst>
            <pc:docMk/>
            <pc:sldMk cId="1064841960" sldId="267"/>
            <ac:spMk id="8" creationId="{8DB87BEF-DA0D-194D-99E6-306D02D42E8B}"/>
          </ac:spMkLst>
        </pc:spChg>
        <pc:spChg chg="del mod">
          <ac:chgData name="Louisa Linkas" userId="b5954122-17db-4193-b575-95f63f01001a" providerId="ADAL" clId="{5C9DDE0B-84D2-5347-A66D-489676A6707F}" dt="2026-04-19T16:01:35.832" v="3840"/>
          <ac:spMkLst>
            <pc:docMk/>
            <pc:sldMk cId="1064841960" sldId="267"/>
            <ac:spMk id="9" creationId="{C0A3E4B0-5440-9E40-B743-BDFC23796146}"/>
          </ac:spMkLst>
        </pc:spChg>
        <pc:spChg chg="mod">
          <ac:chgData name="Louisa Linkas" userId="b5954122-17db-4193-b575-95f63f01001a" providerId="ADAL" clId="{5C9DDE0B-84D2-5347-A66D-489676A6707F}" dt="2026-04-19T16:01:57.096" v="3860" actId="1076"/>
          <ac:spMkLst>
            <pc:docMk/>
            <pc:sldMk cId="1064841960" sldId="267"/>
            <ac:spMk id="10" creationId="{0D02C840-28B9-174A-B1B0-3D28E1B84C7E}"/>
          </ac:spMkLst>
        </pc:spChg>
        <pc:spChg chg="mod">
          <ac:chgData name="Louisa Linkas" userId="b5954122-17db-4193-b575-95f63f01001a" providerId="ADAL" clId="{5C9DDE0B-84D2-5347-A66D-489676A6707F}" dt="2026-04-19T16:01:51.728" v="3859" actId="1076"/>
          <ac:spMkLst>
            <pc:docMk/>
            <pc:sldMk cId="1064841960" sldId="267"/>
            <ac:spMk id="12" creationId="{D2C4ECCD-F938-3445-BC01-E36A04E2C649}"/>
          </ac:spMkLst>
        </pc:spChg>
        <pc:spChg chg="mod">
          <ac:chgData name="Louisa Linkas" userId="b5954122-17db-4193-b575-95f63f01001a" providerId="ADAL" clId="{5C9DDE0B-84D2-5347-A66D-489676A6707F}" dt="2026-04-19T16:01:19.905" v="3836" actId="20577"/>
          <ac:spMkLst>
            <pc:docMk/>
            <pc:sldMk cId="1064841960" sldId="267"/>
            <ac:spMk id="13" creationId="{A5DA530D-A4A2-A04A-BDB3-2D4AB5D054CB}"/>
          </ac:spMkLst>
        </pc:spChg>
      </pc:sldChg>
      <pc:sldChg chg="addSp modSp new mod">
        <pc:chgData name="Louisa Linkas" userId="b5954122-17db-4193-b575-95f63f01001a" providerId="ADAL" clId="{5C9DDE0B-84D2-5347-A66D-489676A6707F}" dt="2026-04-19T16:53:41.810" v="4475" actId="20577"/>
        <pc:sldMkLst>
          <pc:docMk/>
          <pc:sldMk cId="3195953756" sldId="268"/>
        </pc:sldMkLst>
        <pc:spChg chg="add mod">
          <ac:chgData name="Louisa Linkas" userId="b5954122-17db-4193-b575-95f63f01001a" providerId="ADAL" clId="{5C9DDE0B-84D2-5347-A66D-489676A6707F}" dt="2026-04-18T19:40:44.636" v="10"/>
          <ac:spMkLst>
            <pc:docMk/>
            <pc:sldMk cId="3195953756" sldId="268"/>
            <ac:spMk id="2" creationId="{D4825402-07B4-E14E-8B29-CE5D9E7566D2}"/>
          </ac:spMkLst>
        </pc:spChg>
        <pc:spChg chg="add mod">
          <ac:chgData name="Louisa Linkas" userId="b5954122-17db-4193-b575-95f63f01001a" providerId="ADAL" clId="{5C9DDE0B-84D2-5347-A66D-489676A6707F}" dt="2026-04-19T16:32:58.600" v="3909" actId="20577"/>
          <ac:spMkLst>
            <pc:docMk/>
            <pc:sldMk cId="3195953756" sldId="268"/>
            <ac:spMk id="3" creationId="{288A0F9B-1641-704E-9F50-1FE696456E38}"/>
          </ac:spMkLst>
        </pc:spChg>
        <pc:spChg chg="add mod">
          <ac:chgData name="Louisa Linkas" userId="b5954122-17db-4193-b575-95f63f01001a" providerId="ADAL" clId="{5C9DDE0B-84D2-5347-A66D-489676A6707F}" dt="2026-04-18T19:40:44.640" v="19"/>
          <ac:spMkLst>
            <pc:docMk/>
            <pc:sldMk cId="3195953756" sldId="268"/>
            <ac:spMk id="4" creationId="{5E540C23-AC8E-CD4B-9DD6-7351A2AA4E45}"/>
          </ac:spMkLst>
        </pc:spChg>
        <pc:spChg chg="add mod">
          <ac:chgData name="Louisa Linkas" userId="b5954122-17db-4193-b575-95f63f01001a" providerId="ADAL" clId="{5C9DDE0B-84D2-5347-A66D-489676A6707F}" dt="2026-04-18T19:40:44.642" v="25"/>
          <ac:spMkLst>
            <pc:docMk/>
            <pc:sldMk cId="3195953756" sldId="268"/>
            <ac:spMk id="5" creationId="{89F4F194-536D-5B4A-BE0B-5E2599BC48F0}"/>
          </ac:spMkLst>
        </pc:spChg>
        <pc:spChg chg="add mod">
          <ac:chgData name="Louisa Linkas" userId="b5954122-17db-4193-b575-95f63f01001a" providerId="ADAL" clId="{5C9DDE0B-84D2-5347-A66D-489676A6707F}" dt="2026-04-18T19:40:44.644" v="31"/>
          <ac:spMkLst>
            <pc:docMk/>
            <pc:sldMk cId="3195953756" sldId="268"/>
            <ac:spMk id="6" creationId="{EF8C56F5-42C9-A44E-8A3A-C563FD76FBB9}"/>
          </ac:spMkLst>
        </pc:spChg>
        <pc:spChg chg="add mod">
          <ac:chgData name="Louisa Linkas" userId="b5954122-17db-4193-b575-95f63f01001a" providerId="ADAL" clId="{5C9DDE0B-84D2-5347-A66D-489676A6707F}" dt="2026-04-19T16:53:41.810" v="4475" actId="20577"/>
          <ac:spMkLst>
            <pc:docMk/>
            <pc:sldMk cId="3195953756" sldId="268"/>
            <ac:spMk id="7" creationId="{F51327DC-857C-254B-A889-A51976B9E685}"/>
          </ac:spMkLst>
        </pc:spChg>
        <pc:picChg chg="add mod">
          <ac:chgData name="Louisa Linkas" userId="b5954122-17db-4193-b575-95f63f01001a" providerId="ADAL" clId="{5C9DDE0B-84D2-5347-A66D-489676A6707F}" dt="2026-04-18T19:40:44.714" v="37"/>
          <ac:picMkLst>
            <pc:docMk/>
            <pc:sldMk cId="3195953756" sldId="268"/>
            <ac:picMk id="8" creationId="{871DA907-D9B1-E359-ABEB-D2BA10BB89B1}"/>
          </ac:picMkLst>
        </pc:picChg>
      </pc:sldChg>
      <pc:sldChg chg="new del">
        <pc:chgData name="Louisa Linkas" userId="b5954122-17db-4193-b575-95f63f01001a" providerId="ADAL" clId="{5C9DDE0B-84D2-5347-A66D-489676A6707F}" dt="2026-04-18T19:39:52.925" v="4"/>
        <pc:sldMkLst>
          <pc:docMk/>
          <pc:sldMk cId="3412114490" sldId="268"/>
        </pc:sldMkLst>
      </pc:sldChg>
      <pc:sldChg chg="new del">
        <pc:chgData name="Louisa Linkas" userId="b5954122-17db-4193-b575-95f63f01001a" providerId="ADAL" clId="{5C9DDE0B-84D2-5347-A66D-489676A6707F}" dt="2026-04-18T23:50:51.444" v="578"/>
        <pc:sldMkLst>
          <pc:docMk/>
          <pc:sldMk cId="2115474364" sldId="269"/>
        </pc:sldMkLst>
      </pc:sldChg>
      <pc:sldChg chg="addSp modSp new mod">
        <pc:chgData name="Louisa Linkas" userId="b5954122-17db-4193-b575-95f63f01001a" providerId="ADAL" clId="{5C9DDE0B-84D2-5347-A66D-489676A6707F}" dt="2026-04-19T17:00:15.319" v="4538" actId="20577"/>
        <pc:sldMkLst>
          <pc:docMk/>
          <pc:sldMk cId="1009463918" sldId="270"/>
        </pc:sldMkLst>
        <pc:spChg chg="add mod">
          <ac:chgData name="Louisa Linkas" userId="b5954122-17db-4193-b575-95f63f01001a" providerId="ADAL" clId="{5C9DDE0B-84D2-5347-A66D-489676A6707F}" dt="2026-04-18T19:53:28.362" v="48"/>
          <ac:spMkLst>
            <pc:docMk/>
            <pc:sldMk cId="1009463918" sldId="270"/>
            <ac:spMk id="2" creationId="{73ECF50E-A866-EE40-9A11-A6E09F591A0A}"/>
          </ac:spMkLst>
        </pc:spChg>
        <pc:spChg chg="add mod">
          <ac:chgData name="Louisa Linkas" userId="b5954122-17db-4193-b575-95f63f01001a" providerId="ADAL" clId="{5C9DDE0B-84D2-5347-A66D-489676A6707F}" dt="2026-04-19T17:00:15.319" v="4538" actId="20577"/>
          <ac:spMkLst>
            <pc:docMk/>
            <pc:sldMk cId="1009463918" sldId="270"/>
            <ac:spMk id="3" creationId="{C63D8201-853D-D941-8AB0-8CCD69E3C17F}"/>
          </ac:spMkLst>
        </pc:spChg>
        <pc:spChg chg="add mod">
          <ac:chgData name="Louisa Linkas" userId="b5954122-17db-4193-b575-95f63f01001a" providerId="ADAL" clId="{5C9DDE0B-84D2-5347-A66D-489676A6707F}" dt="2026-04-18T19:53:28.366" v="61"/>
          <ac:spMkLst>
            <pc:docMk/>
            <pc:sldMk cId="1009463918" sldId="270"/>
            <ac:spMk id="4" creationId="{1E2AE6C7-7635-9244-8A70-69809EB4ABA9}"/>
          </ac:spMkLst>
        </pc:spChg>
        <pc:spChg chg="add mod">
          <ac:chgData name="Louisa Linkas" userId="b5954122-17db-4193-b575-95f63f01001a" providerId="ADAL" clId="{5C9DDE0B-84D2-5347-A66D-489676A6707F}" dt="2026-04-18T19:53:28.369" v="71"/>
          <ac:spMkLst>
            <pc:docMk/>
            <pc:sldMk cId="1009463918" sldId="270"/>
            <ac:spMk id="5" creationId="{47377347-6E36-0E4A-B3F1-65811393AD8F}"/>
          </ac:spMkLst>
        </pc:spChg>
        <pc:spChg chg="add mod">
          <ac:chgData name="Louisa Linkas" userId="b5954122-17db-4193-b575-95f63f01001a" providerId="ADAL" clId="{5C9DDE0B-84D2-5347-A66D-489676A6707F}" dt="2026-04-18T19:53:28.372" v="81"/>
          <ac:spMkLst>
            <pc:docMk/>
            <pc:sldMk cId="1009463918" sldId="270"/>
            <ac:spMk id="6" creationId="{F1ED7D7C-4F1F-7F41-B283-67CC7A868561}"/>
          </ac:spMkLst>
        </pc:spChg>
        <pc:spChg chg="add mod">
          <ac:chgData name="Louisa Linkas" userId="b5954122-17db-4193-b575-95f63f01001a" providerId="ADAL" clId="{5C9DDE0B-84D2-5347-A66D-489676A6707F}" dt="2026-04-18T19:53:28.374" v="90"/>
          <ac:spMkLst>
            <pc:docMk/>
            <pc:sldMk cId="1009463918" sldId="270"/>
            <ac:spMk id="7" creationId="{94042F3A-BF36-1046-B2F5-DC958277A773}"/>
          </ac:spMkLst>
        </pc:spChg>
        <pc:spChg chg="add mod">
          <ac:chgData name="Louisa Linkas" userId="b5954122-17db-4193-b575-95f63f01001a" providerId="ADAL" clId="{5C9DDE0B-84D2-5347-A66D-489676A6707F}" dt="2026-04-18T19:53:28.377" v="100"/>
          <ac:spMkLst>
            <pc:docMk/>
            <pc:sldMk cId="1009463918" sldId="270"/>
            <ac:spMk id="8" creationId="{276B415C-DD47-6B4B-BD04-015BEB081AB1}"/>
          </ac:spMkLst>
        </pc:spChg>
        <pc:spChg chg="add mod">
          <ac:chgData name="Louisa Linkas" userId="b5954122-17db-4193-b575-95f63f01001a" providerId="ADAL" clId="{5C9DDE0B-84D2-5347-A66D-489676A6707F}" dt="2026-04-18T19:53:28.379" v="109"/>
          <ac:spMkLst>
            <pc:docMk/>
            <pc:sldMk cId="1009463918" sldId="270"/>
            <ac:spMk id="9" creationId="{86087173-A30F-5445-8304-ADBD02306968}"/>
          </ac:spMkLst>
        </pc:spChg>
        <pc:spChg chg="add mod">
          <ac:chgData name="Louisa Linkas" userId="b5954122-17db-4193-b575-95f63f01001a" providerId="ADAL" clId="{5C9DDE0B-84D2-5347-A66D-489676A6707F}" dt="2026-04-18T19:53:28.382" v="119"/>
          <ac:spMkLst>
            <pc:docMk/>
            <pc:sldMk cId="1009463918" sldId="270"/>
            <ac:spMk id="10" creationId="{9F37369A-5A4C-AC47-BB60-C8ED60B45465}"/>
          </ac:spMkLst>
        </pc:spChg>
        <pc:spChg chg="add mod">
          <ac:chgData name="Louisa Linkas" userId="b5954122-17db-4193-b575-95f63f01001a" providerId="ADAL" clId="{5C9DDE0B-84D2-5347-A66D-489676A6707F}" dt="2026-04-18T19:53:28.385" v="128"/>
          <ac:spMkLst>
            <pc:docMk/>
            <pc:sldMk cId="1009463918" sldId="270"/>
            <ac:spMk id="11" creationId="{D8D3C7D5-7F3C-3540-A066-002B72BDDBF4}"/>
          </ac:spMkLst>
        </pc:spChg>
        <pc:spChg chg="add mod">
          <ac:chgData name="Louisa Linkas" userId="b5954122-17db-4193-b575-95f63f01001a" providerId="ADAL" clId="{5C9DDE0B-84D2-5347-A66D-489676A6707F}" dt="2026-04-18T19:53:28.387" v="138"/>
          <ac:spMkLst>
            <pc:docMk/>
            <pc:sldMk cId="1009463918" sldId="270"/>
            <ac:spMk id="12" creationId="{E3F4DD9C-C6F8-2143-A1A8-0527593732B8}"/>
          </ac:spMkLst>
        </pc:spChg>
        <pc:spChg chg="add mod">
          <ac:chgData name="Louisa Linkas" userId="b5954122-17db-4193-b575-95f63f01001a" providerId="ADAL" clId="{5C9DDE0B-84D2-5347-A66D-489676A6707F}" dt="2026-04-18T19:53:28.390" v="148"/>
          <ac:spMkLst>
            <pc:docMk/>
            <pc:sldMk cId="1009463918" sldId="270"/>
            <ac:spMk id="13" creationId="{F8FAE2E2-6C7B-3744-96D7-D50C1E127386}"/>
          </ac:spMkLst>
        </pc:spChg>
        <pc:spChg chg="add mod">
          <ac:chgData name="Louisa Linkas" userId="b5954122-17db-4193-b575-95f63f01001a" providerId="ADAL" clId="{5C9DDE0B-84D2-5347-A66D-489676A6707F}" dt="2026-04-18T19:53:28.393" v="158"/>
          <ac:spMkLst>
            <pc:docMk/>
            <pc:sldMk cId="1009463918" sldId="270"/>
            <ac:spMk id="14" creationId="{4194E8B7-FB9C-984B-AD48-33F3AD3E5D8E}"/>
          </ac:spMkLst>
        </pc:spChg>
        <pc:spChg chg="add mod">
          <ac:chgData name="Louisa Linkas" userId="b5954122-17db-4193-b575-95f63f01001a" providerId="ADAL" clId="{5C9DDE0B-84D2-5347-A66D-489676A6707F}" dt="2026-04-18T19:53:28.395" v="167"/>
          <ac:spMkLst>
            <pc:docMk/>
            <pc:sldMk cId="1009463918" sldId="270"/>
            <ac:spMk id="15" creationId="{5829C846-4875-3D42-AEC0-DC17905BDCA7}"/>
          </ac:spMkLst>
        </pc:spChg>
        <pc:spChg chg="add mod">
          <ac:chgData name="Louisa Linkas" userId="b5954122-17db-4193-b575-95f63f01001a" providerId="ADAL" clId="{5C9DDE0B-84D2-5347-A66D-489676A6707F}" dt="2026-04-18T19:53:28.398" v="177"/>
          <ac:spMkLst>
            <pc:docMk/>
            <pc:sldMk cId="1009463918" sldId="270"/>
            <ac:spMk id="16" creationId="{ADC23620-85A6-884C-87EA-079A7ACFD400}"/>
          </ac:spMkLst>
        </pc:spChg>
        <pc:picChg chg="add mod">
          <ac:chgData name="Louisa Linkas" userId="b5954122-17db-4193-b575-95f63f01001a" providerId="ADAL" clId="{5C9DDE0B-84D2-5347-A66D-489676A6707F}" dt="2026-04-19T17:00:10.091" v="4518" actId="14100"/>
          <ac:picMkLst>
            <pc:docMk/>
            <pc:sldMk cId="1009463918" sldId="270"/>
            <ac:picMk id="17" creationId="{851C2EA0-03EA-6AA4-88EB-F64376CA14BA}"/>
          </ac:picMkLst>
        </pc:picChg>
        <pc:picChg chg="add mod">
          <ac:chgData name="Louisa Linkas" userId="b5954122-17db-4193-b575-95f63f01001a" providerId="ADAL" clId="{5C9DDE0B-84D2-5347-A66D-489676A6707F}" dt="2026-04-19T17:00:07.475" v="4517" actId="14100"/>
          <ac:picMkLst>
            <pc:docMk/>
            <pc:sldMk cId="1009463918" sldId="270"/>
            <ac:picMk id="18" creationId="{DE3142C2-B522-6C4B-9E12-EFCD2C4A18F8}"/>
          </ac:picMkLst>
        </pc:picChg>
      </pc:sldChg>
      <pc:sldChg chg="addSp modSp new mod">
        <pc:chgData name="Louisa Linkas" userId="b5954122-17db-4193-b575-95f63f01001a" providerId="ADAL" clId="{5C9DDE0B-84D2-5347-A66D-489676A6707F}" dt="2026-04-19T16:59:52.940" v="4514" actId="14100"/>
        <pc:sldMkLst>
          <pc:docMk/>
          <pc:sldMk cId="2052972178" sldId="271"/>
        </pc:sldMkLst>
        <pc:spChg chg="add mod">
          <ac:chgData name="Louisa Linkas" userId="b5954122-17db-4193-b575-95f63f01001a" providerId="ADAL" clId="{5C9DDE0B-84D2-5347-A66D-489676A6707F}" dt="2026-04-18T22:32:26.129" v="189"/>
          <ac:spMkLst>
            <pc:docMk/>
            <pc:sldMk cId="2052972178" sldId="271"/>
            <ac:spMk id="2" creationId="{A2405F9A-1AD5-6F4B-BC6C-4A75676E1A36}"/>
          </ac:spMkLst>
        </pc:spChg>
        <pc:spChg chg="add mod">
          <ac:chgData name="Louisa Linkas" userId="b5954122-17db-4193-b575-95f63f01001a" providerId="ADAL" clId="{5C9DDE0B-84D2-5347-A66D-489676A6707F}" dt="2026-04-18T22:32:26.132" v="199"/>
          <ac:spMkLst>
            <pc:docMk/>
            <pc:sldMk cId="2052972178" sldId="271"/>
            <ac:spMk id="3" creationId="{B5010BFD-EDB5-3841-9DA2-58F8524FFDF0}"/>
          </ac:spMkLst>
        </pc:spChg>
        <pc:spChg chg="add mod">
          <ac:chgData name="Louisa Linkas" userId="b5954122-17db-4193-b575-95f63f01001a" providerId="ADAL" clId="{5C9DDE0B-84D2-5347-A66D-489676A6707F}" dt="2026-04-18T22:32:26.134" v="202"/>
          <ac:spMkLst>
            <pc:docMk/>
            <pc:sldMk cId="2052972178" sldId="271"/>
            <ac:spMk id="4" creationId="{E89DFD16-84E5-5945-9FA8-7C5A1AE06F66}"/>
          </ac:spMkLst>
        </pc:spChg>
        <pc:spChg chg="add mod">
          <ac:chgData name="Louisa Linkas" userId="b5954122-17db-4193-b575-95f63f01001a" providerId="ADAL" clId="{5C9DDE0B-84D2-5347-A66D-489676A6707F}" dt="2026-04-18T22:32:26.137" v="212"/>
          <ac:spMkLst>
            <pc:docMk/>
            <pc:sldMk cId="2052972178" sldId="271"/>
            <ac:spMk id="5" creationId="{BFEC500F-C33D-1E43-865C-29FBD7D8262C}"/>
          </ac:spMkLst>
        </pc:spChg>
        <pc:spChg chg="add mod">
          <ac:chgData name="Louisa Linkas" userId="b5954122-17db-4193-b575-95f63f01001a" providerId="ADAL" clId="{5C9DDE0B-84D2-5347-A66D-489676A6707F}" dt="2026-04-18T22:32:26.140" v="222"/>
          <ac:spMkLst>
            <pc:docMk/>
            <pc:sldMk cId="2052972178" sldId="271"/>
            <ac:spMk id="6" creationId="{0A42C51E-CBEB-8A40-907A-F8F0B4A568B1}"/>
          </ac:spMkLst>
        </pc:spChg>
        <pc:spChg chg="add mod">
          <ac:chgData name="Louisa Linkas" userId="b5954122-17db-4193-b575-95f63f01001a" providerId="ADAL" clId="{5C9DDE0B-84D2-5347-A66D-489676A6707F}" dt="2026-04-18T22:32:26.143" v="232"/>
          <ac:spMkLst>
            <pc:docMk/>
            <pc:sldMk cId="2052972178" sldId="271"/>
            <ac:spMk id="7" creationId="{281D7368-1F24-3441-A7A3-54C4E767949B}"/>
          </ac:spMkLst>
        </pc:spChg>
        <pc:spChg chg="add mod">
          <ac:chgData name="Louisa Linkas" userId="b5954122-17db-4193-b575-95f63f01001a" providerId="ADAL" clId="{5C9DDE0B-84D2-5347-A66D-489676A6707F}" dt="2026-04-18T22:33:21.855" v="273"/>
          <ac:spMkLst>
            <pc:docMk/>
            <pc:sldMk cId="2052972178" sldId="271"/>
            <ac:spMk id="8" creationId="{D9812F08-A491-6644-B133-87A2055979FC}"/>
          </ac:spMkLst>
        </pc:spChg>
        <pc:spChg chg="add mod">
          <ac:chgData name="Louisa Linkas" userId="b5954122-17db-4193-b575-95f63f01001a" providerId="ADAL" clId="{5C9DDE0B-84D2-5347-A66D-489676A6707F}" dt="2026-04-18T22:33:21.856" v="274"/>
          <ac:spMkLst>
            <pc:docMk/>
            <pc:sldMk cId="2052972178" sldId="271"/>
            <ac:spMk id="9" creationId="{6E13DC60-5E45-B640-AEC6-C7B4DC9DF701}"/>
          </ac:spMkLst>
        </pc:spChg>
        <pc:picChg chg="add mod">
          <ac:chgData name="Louisa Linkas" userId="b5954122-17db-4193-b575-95f63f01001a" providerId="ADAL" clId="{5C9DDE0B-84D2-5347-A66D-489676A6707F}" dt="2026-04-19T16:59:43.676" v="4511" actId="14100"/>
          <ac:picMkLst>
            <pc:docMk/>
            <pc:sldMk cId="2052972178" sldId="271"/>
            <ac:picMk id="10" creationId="{EAB36856-30FE-A2D2-9BF3-E7F4F9AA3781}"/>
          </ac:picMkLst>
        </pc:picChg>
        <pc:picChg chg="add mod">
          <ac:chgData name="Louisa Linkas" userId="b5954122-17db-4193-b575-95f63f01001a" providerId="ADAL" clId="{5C9DDE0B-84D2-5347-A66D-489676A6707F}" dt="2026-04-19T16:59:52.940" v="4514" actId="14100"/>
          <ac:picMkLst>
            <pc:docMk/>
            <pc:sldMk cId="2052972178" sldId="271"/>
            <ac:picMk id="11" creationId="{695E86C0-BD87-7E40-C797-DA6E5F133D8B}"/>
          </ac:picMkLst>
        </pc:picChg>
        <pc:picChg chg="add mod">
          <ac:chgData name="Louisa Linkas" userId="b5954122-17db-4193-b575-95f63f01001a" providerId="ADAL" clId="{5C9DDE0B-84D2-5347-A66D-489676A6707F}" dt="2026-04-19T16:59:47.307" v="4512" actId="14100"/>
          <ac:picMkLst>
            <pc:docMk/>
            <pc:sldMk cId="2052972178" sldId="271"/>
            <ac:picMk id="12" creationId="{4426E81C-73C5-2090-0625-217019CD4817}"/>
          </ac:picMkLst>
        </pc:picChg>
        <pc:picChg chg="add mod">
          <ac:chgData name="Louisa Linkas" userId="b5954122-17db-4193-b575-95f63f01001a" providerId="ADAL" clId="{5C9DDE0B-84D2-5347-A66D-489676A6707F}" dt="2026-04-19T16:59:50.325" v="4513" actId="14100"/>
          <ac:picMkLst>
            <pc:docMk/>
            <pc:sldMk cId="2052972178" sldId="271"/>
            <ac:picMk id="13" creationId="{B4B46BCC-F6BD-83D4-D4A4-33D82CDDEAE9}"/>
          </ac:picMkLst>
        </pc:picChg>
      </pc:sldChg>
      <pc:sldChg chg="addSp modSp new mod ord">
        <pc:chgData name="Louisa Linkas" userId="b5954122-17db-4193-b575-95f63f01001a" providerId="ADAL" clId="{5C9DDE0B-84D2-5347-A66D-489676A6707F}" dt="2026-04-19T17:05:12.404" v="4552" actId="20577"/>
        <pc:sldMkLst>
          <pc:docMk/>
          <pc:sldMk cId="1280544924" sldId="272"/>
        </pc:sldMkLst>
        <pc:spChg chg="add mod">
          <ac:chgData name="Louisa Linkas" userId="b5954122-17db-4193-b575-95f63f01001a" providerId="ADAL" clId="{5C9DDE0B-84D2-5347-A66D-489676A6707F}" dt="2026-04-18T23:20:22.730" v="284"/>
          <ac:spMkLst>
            <pc:docMk/>
            <pc:sldMk cId="1280544924" sldId="272"/>
            <ac:spMk id="2" creationId="{2D28F255-9D85-C846-84E8-E94DD36EE7A0}"/>
          </ac:spMkLst>
        </pc:spChg>
        <pc:spChg chg="add mod">
          <ac:chgData name="Louisa Linkas" userId="b5954122-17db-4193-b575-95f63f01001a" providerId="ADAL" clId="{5C9DDE0B-84D2-5347-A66D-489676A6707F}" dt="2026-04-19T17:05:12.404" v="4552" actId="20577"/>
          <ac:spMkLst>
            <pc:docMk/>
            <pc:sldMk cId="1280544924" sldId="272"/>
            <ac:spMk id="3" creationId="{230D9B49-825D-2241-B9E2-A6B7AA2E309A}"/>
          </ac:spMkLst>
        </pc:spChg>
        <pc:spChg chg="add mod">
          <ac:chgData name="Louisa Linkas" userId="b5954122-17db-4193-b575-95f63f01001a" providerId="ADAL" clId="{5C9DDE0B-84D2-5347-A66D-489676A6707F}" dt="2026-04-18T23:20:22.733" v="297"/>
          <ac:spMkLst>
            <pc:docMk/>
            <pc:sldMk cId="1280544924" sldId="272"/>
            <ac:spMk id="4" creationId="{3BA3C38D-077E-1B4C-A0F3-42376015FE71}"/>
          </ac:spMkLst>
        </pc:spChg>
        <pc:spChg chg="add mod">
          <ac:chgData name="Louisa Linkas" userId="b5954122-17db-4193-b575-95f63f01001a" providerId="ADAL" clId="{5C9DDE0B-84D2-5347-A66D-489676A6707F}" dt="2026-04-18T23:20:22.735" v="307"/>
          <ac:spMkLst>
            <pc:docMk/>
            <pc:sldMk cId="1280544924" sldId="272"/>
            <ac:spMk id="5" creationId="{44DA1D38-41C9-BF45-ACAB-8A9C30150B6E}"/>
          </ac:spMkLst>
        </pc:spChg>
        <pc:spChg chg="add mod">
          <ac:chgData name="Louisa Linkas" userId="b5954122-17db-4193-b575-95f63f01001a" providerId="ADAL" clId="{5C9DDE0B-84D2-5347-A66D-489676A6707F}" dt="2026-04-18T23:20:22.738" v="317"/>
          <ac:spMkLst>
            <pc:docMk/>
            <pc:sldMk cId="1280544924" sldId="272"/>
            <ac:spMk id="6" creationId="{D486CA7B-EB3E-6B40-99BA-785AA194E0C1}"/>
          </ac:spMkLst>
        </pc:spChg>
        <pc:spChg chg="add mod">
          <ac:chgData name="Louisa Linkas" userId="b5954122-17db-4193-b575-95f63f01001a" providerId="ADAL" clId="{5C9DDE0B-84D2-5347-A66D-489676A6707F}" dt="2026-04-19T00:11:31.016" v="1790" actId="13926"/>
          <ac:spMkLst>
            <pc:docMk/>
            <pc:sldMk cId="1280544924" sldId="272"/>
            <ac:spMk id="7" creationId="{EB8A40FE-931B-7445-8F44-DF11F7DD2F28}"/>
          </ac:spMkLst>
        </pc:spChg>
        <pc:spChg chg="add mod">
          <ac:chgData name="Louisa Linkas" userId="b5954122-17db-4193-b575-95f63f01001a" providerId="ADAL" clId="{5C9DDE0B-84D2-5347-A66D-489676A6707F}" dt="2026-04-18T23:20:22.743" v="337"/>
          <ac:spMkLst>
            <pc:docMk/>
            <pc:sldMk cId="1280544924" sldId="272"/>
            <ac:spMk id="8" creationId="{F77FCAFF-3A53-A14A-A02B-9FE9D53B66DC}"/>
          </ac:spMkLst>
        </pc:spChg>
        <pc:spChg chg="add mod">
          <ac:chgData name="Louisa Linkas" userId="b5954122-17db-4193-b575-95f63f01001a" providerId="ADAL" clId="{5C9DDE0B-84D2-5347-A66D-489676A6707F}" dt="2026-04-18T23:20:22.745" v="347"/>
          <ac:spMkLst>
            <pc:docMk/>
            <pc:sldMk cId="1280544924" sldId="272"/>
            <ac:spMk id="9" creationId="{869737ED-9430-5140-9B56-136B6C2031FB}"/>
          </ac:spMkLst>
        </pc:spChg>
        <pc:picChg chg="add mod">
          <ac:chgData name="Louisa Linkas" userId="b5954122-17db-4193-b575-95f63f01001a" providerId="ADAL" clId="{5C9DDE0B-84D2-5347-A66D-489676A6707F}" dt="2026-04-18T23:20:45.369" v="355"/>
          <ac:picMkLst>
            <pc:docMk/>
            <pc:sldMk cId="1280544924" sldId="272"/>
            <ac:picMk id="10" creationId="{F6B92CA6-5719-CBCF-2DEE-149F7975C9E2}"/>
          </ac:picMkLst>
        </pc:picChg>
        <pc:picChg chg="add mod">
          <ac:chgData name="Louisa Linkas" userId="b5954122-17db-4193-b575-95f63f01001a" providerId="ADAL" clId="{5C9DDE0B-84D2-5347-A66D-489676A6707F}" dt="2026-04-18T23:20:45.369" v="357"/>
          <ac:picMkLst>
            <pc:docMk/>
            <pc:sldMk cId="1280544924" sldId="272"/>
            <ac:picMk id="11" creationId="{D5733BD8-2879-62B0-CC1C-A8EF6B5481A8}"/>
          </ac:picMkLst>
        </pc:picChg>
      </pc:sldChg>
      <pc:sldChg chg="addSp modSp new mod">
        <pc:chgData name="Louisa Linkas" userId="b5954122-17db-4193-b575-95f63f01001a" providerId="ADAL" clId="{5C9DDE0B-84D2-5347-A66D-489676A6707F}" dt="2026-04-18T23:23:54.108" v="501"/>
        <pc:sldMkLst>
          <pc:docMk/>
          <pc:sldMk cId="12632690" sldId="273"/>
        </pc:sldMkLst>
        <pc:spChg chg="add mod">
          <ac:chgData name="Louisa Linkas" userId="b5954122-17db-4193-b575-95f63f01001a" providerId="ADAL" clId="{5C9DDE0B-84D2-5347-A66D-489676A6707F}" dt="2026-04-18T23:23:54.075" v="367"/>
          <ac:spMkLst>
            <pc:docMk/>
            <pc:sldMk cId="12632690" sldId="273"/>
            <ac:spMk id="2" creationId="{52AD5EB3-1778-1F44-B308-80CF774286B6}"/>
          </ac:spMkLst>
        </pc:spChg>
        <pc:spChg chg="add mod">
          <ac:chgData name="Louisa Linkas" userId="b5954122-17db-4193-b575-95f63f01001a" providerId="ADAL" clId="{5C9DDE0B-84D2-5347-A66D-489676A6707F}" dt="2026-04-18T23:23:54.077" v="377"/>
          <ac:spMkLst>
            <pc:docMk/>
            <pc:sldMk cId="12632690" sldId="273"/>
            <ac:spMk id="3" creationId="{B9E0D72B-A203-DC41-BD4D-A18D6B3093D7}"/>
          </ac:spMkLst>
        </pc:spChg>
        <pc:spChg chg="add mod">
          <ac:chgData name="Louisa Linkas" userId="b5954122-17db-4193-b575-95f63f01001a" providerId="ADAL" clId="{5C9DDE0B-84D2-5347-A66D-489676A6707F}" dt="2026-04-18T23:23:54.078" v="380"/>
          <ac:spMkLst>
            <pc:docMk/>
            <pc:sldMk cId="12632690" sldId="273"/>
            <ac:spMk id="4" creationId="{9B185038-9C59-AC4D-B986-0E529C4EEF07}"/>
          </ac:spMkLst>
        </pc:spChg>
        <pc:spChg chg="add mod">
          <ac:chgData name="Louisa Linkas" userId="b5954122-17db-4193-b575-95f63f01001a" providerId="ADAL" clId="{5C9DDE0B-84D2-5347-A66D-489676A6707F}" dt="2026-04-18T23:23:54.080" v="385"/>
          <ac:spMkLst>
            <pc:docMk/>
            <pc:sldMk cId="12632690" sldId="273"/>
            <ac:spMk id="5" creationId="{AF1AED6B-0AB6-C64B-BFC2-A747ABB3F0DC}"/>
          </ac:spMkLst>
        </pc:spChg>
        <pc:spChg chg="add mod">
          <ac:chgData name="Louisa Linkas" userId="b5954122-17db-4193-b575-95f63f01001a" providerId="ADAL" clId="{5C9DDE0B-84D2-5347-A66D-489676A6707F}" dt="2026-04-18T23:23:54.082" v="395"/>
          <ac:spMkLst>
            <pc:docMk/>
            <pc:sldMk cId="12632690" sldId="273"/>
            <ac:spMk id="6" creationId="{4D874406-E37C-1548-8AC5-12862C50B5EA}"/>
          </ac:spMkLst>
        </pc:spChg>
        <pc:spChg chg="add mod">
          <ac:chgData name="Louisa Linkas" userId="b5954122-17db-4193-b575-95f63f01001a" providerId="ADAL" clId="{5C9DDE0B-84D2-5347-A66D-489676A6707F}" dt="2026-04-18T23:23:54.083" v="398"/>
          <ac:spMkLst>
            <pc:docMk/>
            <pc:sldMk cId="12632690" sldId="273"/>
            <ac:spMk id="7" creationId="{777C4E4D-A5DD-7748-A015-97D479436AF0}"/>
          </ac:spMkLst>
        </pc:spChg>
        <pc:spChg chg="add mod">
          <ac:chgData name="Louisa Linkas" userId="b5954122-17db-4193-b575-95f63f01001a" providerId="ADAL" clId="{5C9DDE0B-84D2-5347-A66D-489676A6707F}" dt="2026-04-18T23:23:54.085" v="408"/>
          <ac:spMkLst>
            <pc:docMk/>
            <pc:sldMk cId="12632690" sldId="273"/>
            <ac:spMk id="8" creationId="{7BB6D90F-4627-8D46-8A95-2B8E5B971D86}"/>
          </ac:spMkLst>
        </pc:spChg>
        <pc:spChg chg="add mod">
          <ac:chgData name="Louisa Linkas" userId="b5954122-17db-4193-b575-95f63f01001a" providerId="ADAL" clId="{5C9DDE0B-84D2-5347-A66D-489676A6707F}" dt="2026-04-18T23:23:54.087" v="417"/>
          <ac:spMkLst>
            <pc:docMk/>
            <pc:sldMk cId="12632690" sldId="273"/>
            <ac:spMk id="9" creationId="{38518DC2-BDD4-2045-8851-CA34A4C3949A}"/>
          </ac:spMkLst>
        </pc:spChg>
        <pc:spChg chg="add mod">
          <ac:chgData name="Louisa Linkas" userId="b5954122-17db-4193-b575-95f63f01001a" providerId="ADAL" clId="{5C9DDE0B-84D2-5347-A66D-489676A6707F}" dt="2026-04-18T23:23:54.088" v="422"/>
          <ac:spMkLst>
            <pc:docMk/>
            <pc:sldMk cId="12632690" sldId="273"/>
            <ac:spMk id="10" creationId="{C391D366-1C11-2A46-B27F-4D2A79162B3B}"/>
          </ac:spMkLst>
        </pc:spChg>
        <pc:spChg chg="add mod">
          <ac:chgData name="Louisa Linkas" userId="b5954122-17db-4193-b575-95f63f01001a" providerId="ADAL" clId="{5C9DDE0B-84D2-5347-A66D-489676A6707F}" dt="2026-04-18T23:23:54.091" v="432"/>
          <ac:spMkLst>
            <pc:docMk/>
            <pc:sldMk cId="12632690" sldId="273"/>
            <ac:spMk id="11" creationId="{744B6500-7E64-FA42-A284-6202622DE1A1}"/>
          </ac:spMkLst>
        </pc:spChg>
        <pc:spChg chg="add mod">
          <ac:chgData name="Louisa Linkas" userId="b5954122-17db-4193-b575-95f63f01001a" providerId="ADAL" clId="{5C9DDE0B-84D2-5347-A66D-489676A6707F}" dt="2026-04-18T23:23:54.091" v="435"/>
          <ac:spMkLst>
            <pc:docMk/>
            <pc:sldMk cId="12632690" sldId="273"/>
            <ac:spMk id="12" creationId="{01188722-C5DB-9A4E-B872-57F39B687B02}"/>
          </ac:spMkLst>
        </pc:spChg>
        <pc:spChg chg="add mod">
          <ac:chgData name="Louisa Linkas" userId="b5954122-17db-4193-b575-95f63f01001a" providerId="ADAL" clId="{5C9DDE0B-84D2-5347-A66D-489676A6707F}" dt="2026-04-18T23:23:54.094" v="445"/>
          <ac:spMkLst>
            <pc:docMk/>
            <pc:sldMk cId="12632690" sldId="273"/>
            <ac:spMk id="13" creationId="{CB296235-CF74-AA4E-A06C-8C2E9F92468A}"/>
          </ac:spMkLst>
        </pc:spChg>
        <pc:spChg chg="add mod">
          <ac:chgData name="Louisa Linkas" userId="b5954122-17db-4193-b575-95f63f01001a" providerId="ADAL" clId="{5C9DDE0B-84D2-5347-A66D-489676A6707F}" dt="2026-04-18T23:23:54.096" v="454"/>
          <ac:spMkLst>
            <pc:docMk/>
            <pc:sldMk cId="12632690" sldId="273"/>
            <ac:spMk id="14" creationId="{448507E1-0D33-C949-A5A8-9C1A55E67A01}"/>
          </ac:spMkLst>
        </pc:spChg>
        <pc:spChg chg="add mod">
          <ac:chgData name="Louisa Linkas" userId="b5954122-17db-4193-b575-95f63f01001a" providerId="ADAL" clId="{5C9DDE0B-84D2-5347-A66D-489676A6707F}" dt="2026-04-18T23:23:54.097" v="459"/>
          <ac:spMkLst>
            <pc:docMk/>
            <pc:sldMk cId="12632690" sldId="273"/>
            <ac:spMk id="15" creationId="{A5B2198D-209D-3745-AB01-465161162B36}"/>
          </ac:spMkLst>
        </pc:spChg>
        <pc:spChg chg="add mod">
          <ac:chgData name="Louisa Linkas" userId="b5954122-17db-4193-b575-95f63f01001a" providerId="ADAL" clId="{5C9DDE0B-84D2-5347-A66D-489676A6707F}" dt="2026-04-18T23:23:54.100" v="469"/>
          <ac:spMkLst>
            <pc:docMk/>
            <pc:sldMk cId="12632690" sldId="273"/>
            <ac:spMk id="16" creationId="{AEF3C17E-F254-9141-9ECE-F517F1F92497}"/>
          </ac:spMkLst>
        </pc:spChg>
        <pc:spChg chg="add mod">
          <ac:chgData name="Louisa Linkas" userId="b5954122-17db-4193-b575-95f63f01001a" providerId="ADAL" clId="{5C9DDE0B-84D2-5347-A66D-489676A6707F}" dt="2026-04-18T23:23:54.101" v="472"/>
          <ac:spMkLst>
            <pc:docMk/>
            <pc:sldMk cId="12632690" sldId="273"/>
            <ac:spMk id="17" creationId="{CFAE7A9E-5150-B248-B0FA-C33025A30740}"/>
          </ac:spMkLst>
        </pc:spChg>
        <pc:spChg chg="add mod">
          <ac:chgData name="Louisa Linkas" userId="b5954122-17db-4193-b575-95f63f01001a" providerId="ADAL" clId="{5C9DDE0B-84D2-5347-A66D-489676A6707F}" dt="2026-04-18T23:23:54.103" v="482"/>
          <ac:spMkLst>
            <pc:docMk/>
            <pc:sldMk cId="12632690" sldId="273"/>
            <ac:spMk id="18" creationId="{7F102A54-AA40-3340-9C3E-2AAA483EDECA}"/>
          </ac:spMkLst>
        </pc:spChg>
        <pc:spChg chg="add mod">
          <ac:chgData name="Louisa Linkas" userId="b5954122-17db-4193-b575-95f63f01001a" providerId="ADAL" clId="{5C9DDE0B-84D2-5347-A66D-489676A6707F}" dt="2026-04-18T23:23:54.105" v="491"/>
          <ac:spMkLst>
            <pc:docMk/>
            <pc:sldMk cId="12632690" sldId="273"/>
            <ac:spMk id="19" creationId="{1C55399A-675A-3B44-8922-62D5AD304269}"/>
          </ac:spMkLst>
        </pc:spChg>
        <pc:spChg chg="add mod">
          <ac:chgData name="Louisa Linkas" userId="b5954122-17db-4193-b575-95f63f01001a" providerId="ADAL" clId="{5C9DDE0B-84D2-5347-A66D-489676A6707F}" dt="2026-04-18T23:23:54.108" v="501"/>
          <ac:spMkLst>
            <pc:docMk/>
            <pc:sldMk cId="12632690" sldId="273"/>
            <ac:spMk id="20" creationId="{DC5C32B8-DB8A-334E-857F-07DF6728E55C}"/>
          </ac:spMkLst>
        </pc:spChg>
      </pc:sldChg>
      <pc:sldChg chg="new del">
        <pc:chgData name="Louisa Linkas" userId="b5954122-17db-4193-b575-95f63f01001a" providerId="ADAL" clId="{5C9DDE0B-84D2-5347-A66D-489676A6707F}" dt="2026-04-18T23:51:59.450" v="580"/>
        <pc:sldMkLst>
          <pc:docMk/>
          <pc:sldMk cId="718080058" sldId="274"/>
        </pc:sldMkLst>
      </pc:sldChg>
      <pc:sldChg chg="addSp delSp modSp new del mod">
        <pc:chgData name="Louisa Linkas" userId="b5954122-17db-4193-b575-95f63f01001a" providerId="ADAL" clId="{5C9DDE0B-84D2-5347-A66D-489676A6707F}" dt="2026-04-19T01:52:52.659" v="2694"/>
        <pc:sldMkLst>
          <pc:docMk/>
          <pc:sldMk cId="1962547533" sldId="274"/>
        </pc:sldMkLst>
        <pc:spChg chg="add del mod">
          <ac:chgData name="Louisa Linkas" userId="b5954122-17db-4193-b575-95f63f01001a" providerId="ADAL" clId="{5C9DDE0B-84D2-5347-A66D-489676A6707F}" dt="2026-04-19T00:43:59.884" v="1791"/>
          <ac:spMkLst>
            <pc:docMk/>
            <pc:sldMk cId="1962547533" sldId="274"/>
            <ac:spMk id="2" creationId="{C9792AC2-8B58-6843-8767-DB08CD818C6D}"/>
          </ac:spMkLst>
        </pc:spChg>
        <pc:spChg chg="add del mod">
          <ac:chgData name="Louisa Linkas" userId="b5954122-17db-4193-b575-95f63f01001a" providerId="ADAL" clId="{5C9DDE0B-84D2-5347-A66D-489676A6707F}" dt="2026-04-19T00:43:59.885" v="1792"/>
          <ac:spMkLst>
            <pc:docMk/>
            <pc:sldMk cId="1962547533" sldId="274"/>
            <ac:spMk id="3" creationId="{AD611048-22A3-4D4B-8FB5-A1413E00F09A}"/>
          </ac:spMkLst>
        </pc:spChg>
        <pc:spChg chg="add del mod">
          <ac:chgData name="Louisa Linkas" userId="b5954122-17db-4193-b575-95f63f01001a" providerId="ADAL" clId="{5C9DDE0B-84D2-5347-A66D-489676A6707F}" dt="2026-04-19T00:43:59.885" v="1793"/>
          <ac:spMkLst>
            <pc:docMk/>
            <pc:sldMk cId="1962547533" sldId="274"/>
            <ac:spMk id="4" creationId="{2616243B-7BEC-0F47-8FA6-B408267786B7}"/>
          </ac:spMkLst>
        </pc:spChg>
        <pc:spChg chg="add del mod">
          <ac:chgData name="Louisa Linkas" userId="b5954122-17db-4193-b575-95f63f01001a" providerId="ADAL" clId="{5C9DDE0B-84D2-5347-A66D-489676A6707F}" dt="2026-04-19T00:43:59.886" v="1794"/>
          <ac:spMkLst>
            <pc:docMk/>
            <pc:sldMk cId="1962547533" sldId="274"/>
            <ac:spMk id="5" creationId="{37E8CD6B-BCC8-ED40-9CE4-76B37B114D6C}"/>
          </ac:spMkLst>
        </pc:spChg>
        <pc:spChg chg="add del mod">
          <ac:chgData name="Louisa Linkas" userId="b5954122-17db-4193-b575-95f63f01001a" providerId="ADAL" clId="{5C9DDE0B-84D2-5347-A66D-489676A6707F}" dt="2026-04-19T00:43:59.886" v="1795"/>
          <ac:spMkLst>
            <pc:docMk/>
            <pc:sldMk cId="1962547533" sldId="274"/>
            <ac:spMk id="6" creationId="{2CE6AFF6-B4B8-8540-9C89-BF3C2B6564AD}"/>
          </ac:spMkLst>
        </pc:spChg>
        <pc:spChg chg="add del mod">
          <ac:chgData name="Louisa Linkas" userId="b5954122-17db-4193-b575-95f63f01001a" providerId="ADAL" clId="{5C9DDE0B-84D2-5347-A66D-489676A6707F}" dt="2026-04-19T00:43:59.886" v="1796"/>
          <ac:spMkLst>
            <pc:docMk/>
            <pc:sldMk cId="1962547533" sldId="274"/>
            <ac:spMk id="7" creationId="{C44569D4-6835-3741-84FD-F0DC187B963D}"/>
          </ac:spMkLst>
        </pc:spChg>
        <pc:spChg chg="add del mod">
          <ac:chgData name="Louisa Linkas" userId="b5954122-17db-4193-b575-95f63f01001a" providerId="ADAL" clId="{5C9DDE0B-84D2-5347-A66D-489676A6707F}" dt="2026-04-19T00:43:59.887" v="1797"/>
          <ac:spMkLst>
            <pc:docMk/>
            <pc:sldMk cId="1962547533" sldId="274"/>
            <ac:spMk id="8" creationId="{2F7C85C2-1753-DF4B-AED2-66535F69578C}"/>
          </ac:spMkLst>
        </pc:spChg>
        <pc:spChg chg="add del mod">
          <ac:chgData name="Louisa Linkas" userId="b5954122-17db-4193-b575-95f63f01001a" providerId="ADAL" clId="{5C9DDE0B-84D2-5347-A66D-489676A6707F}" dt="2026-04-19T00:43:59.887" v="1798"/>
          <ac:spMkLst>
            <pc:docMk/>
            <pc:sldMk cId="1962547533" sldId="274"/>
            <ac:spMk id="9" creationId="{5AF93C87-A5A6-CE40-AFEA-C4BC5F38303A}"/>
          </ac:spMkLst>
        </pc:spChg>
        <pc:spChg chg="add del mod">
          <ac:chgData name="Louisa Linkas" userId="b5954122-17db-4193-b575-95f63f01001a" providerId="ADAL" clId="{5C9DDE0B-84D2-5347-A66D-489676A6707F}" dt="2026-04-19T00:43:59.887" v="1799"/>
          <ac:spMkLst>
            <pc:docMk/>
            <pc:sldMk cId="1962547533" sldId="274"/>
            <ac:spMk id="10" creationId="{2AAD277C-C03C-CB4E-BA0B-EF370AE0BBF3}"/>
          </ac:spMkLst>
        </pc:spChg>
        <pc:spChg chg="add del mod">
          <ac:chgData name="Louisa Linkas" userId="b5954122-17db-4193-b575-95f63f01001a" providerId="ADAL" clId="{5C9DDE0B-84D2-5347-A66D-489676A6707F}" dt="2026-04-19T00:43:59.887" v="1800"/>
          <ac:spMkLst>
            <pc:docMk/>
            <pc:sldMk cId="1962547533" sldId="274"/>
            <ac:spMk id="11" creationId="{5EECD998-8817-9845-81B5-DC047199B00A}"/>
          </ac:spMkLst>
        </pc:spChg>
        <pc:spChg chg="add del mod">
          <ac:chgData name="Louisa Linkas" userId="b5954122-17db-4193-b575-95f63f01001a" providerId="ADAL" clId="{5C9DDE0B-84D2-5347-A66D-489676A6707F}" dt="2026-04-19T00:43:59.887" v="1801"/>
          <ac:spMkLst>
            <pc:docMk/>
            <pc:sldMk cId="1962547533" sldId="274"/>
            <ac:spMk id="12" creationId="{FD87F3B6-03A2-544E-A033-0A6BC253639A}"/>
          </ac:spMkLst>
        </pc:spChg>
        <pc:spChg chg="add del mod">
          <ac:chgData name="Louisa Linkas" userId="b5954122-17db-4193-b575-95f63f01001a" providerId="ADAL" clId="{5C9DDE0B-84D2-5347-A66D-489676A6707F}" dt="2026-04-19T00:43:59.888" v="1802"/>
          <ac:spMkLst>
            <pc:docMk/>
            <pc:sldMk cId="1962547533" sldId="274"/>
            <ac:spMk id="13" creationId="{C10446B2-7B7E-C243-975E-C21CBDD5C4F8}"/>
          </ac:spMkLst>
        </pc:spChg>
        <pc:spChg chg="add del mod">
          <ac:chgData name="Louisa Linkas" userId="b5954122-17db-4193-b575-95f63f01001a" providerId="ADAL" clId="{5C9DDE0B-84D2-5347-A66D-489676A6707F}" dt="2026-04-19T00:43:59.888" v="1803"/>
          <ac:spMkLst>
            <pc:docMk/>
            <pc:sldMk cId="1962547533" sldId="274"/>
            <ac:spMk id="14" creationId="{93DCFC92-FB65-A442-8D8C-D7E1EB1239C3}"/>
          </ac:spMkLst>
        </pc:spChg>
        <pc:spChg chg="add del mod">
          <ac:chgData name="Louisa Linkas" userId="b5954122-17db-4193-b575-95f63f01001a" providerId="ADAL" clId="{5C9DDE0B-84D2-5347-A66D-489676A6707F}" dt="2026-04-19T00:43:59.888" v="1804"/>
          <ac:spMkLst>
            <pc:docMk/>
            <pc:sldMk cId="1962547533" sldId="274"/>
            <ac:spMk id="15" creationId="{08D2FE89-6369-434E-B593-C3480D78A3C6}"/>
          </ac:spMkLst>
        </pc:spChg>
        <pc:spChg chg="add del mod">
          <ac:chgData name="Louisa Linkas" userId="b5954122-17db-4193-b575-95f63f01001a" providerId="ADAL" clId="{5C9DDE0B-84D2-5347-A66D-489676A6707F}" dt="2026-04-19T00:43:59.888" v="1805"/>
          <ac:spMkLst>
            <pc:docMk/>
            <pc:sldMk cId="1962547533" sldId="274"/>
            <ac:spMk id="16" creationId="{692E2F6D-9676-694D-8D06-15C722FEBABC}"/>
          </ac:spMkLst>
        </pc:spChg>
        <pc:spChg chg="add del mod">
          <ac:chgData name="Louisa Linkas" userId="b5954122-17db-4193-b575-95f63f01001a" providerId="ADAL" clId="{5C9DDE0B-84D2-5347-A66D-489676A6707F}" dt="2026-04-19T00:43:59.888" v="1806"/>
          <ac:spMkLst>
            <pc:docMk/>
            <pc:sldMk cId="1962547533" sldId="274"/>
            <ac:spMk id="17" creationId="{75A9AB82-5E3C-1D42-BB00-6599A3971917}"/>
          </ac:spMkLst>
        </pc:spChg>
        <pc:spChg chg="add del mod">
          <ac:chgData name="Louisa Linkas" userId="b5954122-17db-4193-b575-95f63f01001a" providerId="ADAL" clId="{5C9DDE0B-84D2-5347-A66D-489676A6707F}" dt="2026-04-19T00:43:59.889" v="1807"/>
          <ac:spMkLst>
            <pc:docMk/>
            <pc:sldMk cId="1962547533" sldId="274"/>
            <ac:spMk id="18" creationId="{13830492-7ED8-564F-A073-94EA11B034B3}"/>
          </ac:spMkLst>
        </pc:spChg>
        <pc:spChg chg="add del mod">
          <ac:chgData name="Louisa Linkas" userId="b5954122-17db-4193-b575-95f63f01001a" providerId="ADAL" clId="{5C9DDE0B-84D2-5347-A66D-489676A6707F}" dt="2026-04-19T00:43:59.889" v="1808"/>
          <ac:spMkLst>
            <pc:docMk/>
            <pc:sldMk cId="1962547533" sldId="274"/>
            <ac:spMk id="19" creationId="{336312D5-89E7-9B4D-9429-E8AB1059BCAF}"/>
          </ac:spMkLst>
        </pc:spChg>
        <pc:spChg chg="add del mod">
          <ac:chgData name="Louisa Linkas" userId="b5954122-17db-4193-b575-95f63f01001a" providerId="ADAL" clId="{5C9DDE0B-84D2-5347-A66D-489676A6707F}" dt="2026-04-19T00:43:59.889" v="1809"/>
          <ac:spMkLst>
            <pc:docMk/>
            <pc:sldMk cId="1962547533" sldId="274"/>
            <ac:spMk id="20" creationId="{89B92DE7-54BA-9146-814D-B0AAE7F3AFAA}"/>
          </ac:spMkLst>
        </pc:spChg>
        <pc:spChg chg="add del mod">
          <ac:chgData name="Louisa Linkas" userId="b5954122-17db-4193-b575-95f63f01001a" providerId="ADAL" clId="{5C9DDE0B-84D2-5347-A66D-489676A6707F}" dt="2026-04-19T00:43:59.889" v="1810"/>
          <ac:spMkLst>
            <pc:docMk/>
            <pc:sldMk cId="1962547533" sldId="274"/>
            <ac:spMk id="21" creationId="{88517000-7DFC-C346-9D1A-50014F0F1782}"/>
          </ac:spMkLst>
        </pc:spChg>
        <pc:spChg chg="add del mod">
          <ac:chgData name="Louisa Linkas" userId="b5954122-17db-4193-b575-95f63f01001a" providerId="ADAL" clId="{5C9DDE0B-84D2-5347-A66D-489676A6707F}" dt="2026-04-19T00:43:59.889" v="1811"/>
          <ac:spMkLst>
            <pc:docMk/>
            <pc:sldMk cId="1962547533" sldId="274"/>
            <ac:spMk id="22" creationId="{7CAEBD95-0561-874A-9BC1-CE666CE8992F}"/>
          </ac:spMkLst>
        </pc:spChg>
        <pc:spChg chg="add del mod">
          <ac:chgData name="Louisa Linkas" userId="b5954122-17db-4193-b575-95f63f01001a" providerId="ADAL" clId="{5C9DDE0B-84D2-5347-A66D-489676A6707F}" dt="2026-04-19T00:43:59.890" v="1812"/>
          <ac:spMkLst>
            <pc:docMk/>
            <pc:sldMk cId="1962547533" sldId="274"/>
            <ac:spMk id="23" creationId="{95CC0CF0-2970-AA44-9CE9-6EF4699C6084}"/>
          </ac:spMkLst>
        </pc:spChg>
        <pc:spChg chg="add del mod">
          <ac:chgData name="Louisa Linkas" userId="b5954122-17db-4193-b575-95f63f01001a" providerId="ADAL" clId="{5C9DDE0B-84D2-5347-A66D-489676A6707F}" dt="2026-04-19T00:43:59.890" v="1813"/>
          <ac:spMkLst>
            <pc:docMk/>
            <pc:sldMk cId="1962547533" sldId="274"/>
            <ac:spMk id="24" creationId="{A295F071-FA45-6D4D-8DB4-1224D4963E71}"/>
          </ac:spMkLst>
        </pc:spChg>
        <pc:spChg chg="add del mod">
          <ac:chgData name="Louisa Linkas" userId="b5954122-17db-4193-b575-95f63f01001a" providerId="ADAL" clId="{5C9DDE0B-84D2-5347-A66D-489676A6707F}" dt="2026-04-19T00:43:59.890" v="1814"/>
          <ac:spMkLst>
            <pc:docMk/>
            <pc:sldMk cId="1962547533" sldId="274"/>
            <ac:spMk id="25" creationId="{A4053334-A63A-6A4E-A23C-C11FC3EC2D39}"/>
          </ac:spMkLst>
        </pc:spChg>
        <pc:spChg chg="add del mod">
          <ac:chgData name="Louisa Linkas" userId="b5954122-17db-4193-b575-95f63f01001a" providerId="ADAL" clId="{5C9DDE0B-84D2-5347-A66D-489676A6707F}" dt="2026-04-19T00:43:59.890" v="1815"/>
          <ac:spMkLst>
            <pc:docMk/>
            <pc:sldMk cId="1962547533" sldId="274"/>
            <ac:spMk id="26" creationId="{2F97CFA3-A3A4-B549-974C-4FF14FFDDFFD}"/>
          </ac:spMkLst>
        </pc:spChg>
        <pc:spChg chg="add del mod">
          <ac:chgData name="Louisa Linkas" userId="b5954122-17db-4193-b575-95f63f01001a" providerId="ADAL" clId="{5C9DDE0B-84D2-5347-A66D-489676A6707F}" dt="2026-04-19T00:43:59.890" v="1816"/>
          <ac:spMkLst>
            <pc:docMk/>
            <pc:sldMk cId="1962547533" sldId="274"/>
            <ac:spMk id="27" creationId="{D5EEFB8D-70F7-8046-8FAA-83D84A2B2B62}"/>
          </ac:spMkLst>
        </pc:spChg>
        <pc:spChg chg="add del mod">
          <ac:chgData name="Louisa Linkas" userId="b5954122-17db-4193-b575-95f63f01001a" providerId="ADAL" clId="{5C9DDE0B-84D2-5347-A66D-489676A6707F}" dt="2026-04-19T00:43:59.891" v="1817"/>
          <ac:spMkLst>
            <pc:docMk/>
            <pc:sldMk cId="1962547533" sldId="274"/>
            <ac:spMk id="28" creationId="{A3B21CE2-584E-7945-8DAF-6164214AC8CA}"/>
          </ac:spMkLst>
        </pc:spChg>
        <pc:spChg chg="add del mod">
          <ac:chgData name="Louisa Linkas" userId="b5954122-17db-4193-b575-95f63f01001a" providerId="ADAL" clId="{5C9DDE0B-84D2-5347-A66D-489676A6707F}" dt="2026-04-19T00:43:59.891" v="1818"/>
          <ac:spMkLst>
            <pc:docMk/>
            <pc:sldMk cId="1962547533" sldId="274"/>
            <ac:spMk id="29" creationId="{86EE375D-39AA-F44D-9098-2A77C6271C16}"/>
          </ac:spMkLst>
        </pc:spChg>
        <pc:spChg chg="add del mod">
          <ac:chgData name="Louisa Linkas" userId="b5954122-17db-4193-b575-95f63f01001a" providerId="ADAL" clId="{5C9DDE0B-84D2-5347-A66D-489676A6707F}" dt="2026-04-19T00:43:59.891" v="1819"/>
          <ac:spMkLst>
            <pc:docMk/>
            <pc:sldMk cId="1962547533" sldId="274"/>
            <ac:spMk id="30" creationId="{4961F513-1005-9A49-A310-FD1C0C610C5C}"/>
          </ac:spMkLst>
        </pc:spChg>
        <pc:spChg chg="add del mod">
          <ac:chgData name="Louisa Linkas" userId="b5954122-17db-4193-b575-95f63f01001a" providerId="ADAL" clId="{5C9DDE0B-84D2-5347-A66D-489676A6707F}" dt="2026-04-19T00:43:59.891" v="1820"/>
          <ac:spMkLst>
            <pc:docMk/>
            <pc:sldMk cId="1962547533" sldId="274"/>
            <ac:spMk id="31" creationId="{BE1CF34F-5FE9-914F-8682-AF12564D2705}"/>
          </ac:spMkLst>
        </pc:spChg>
        <pc:spChg chg="add del mod">
          <ac:chgData name="Louisa Linkas" userId="b5954122-17db-4193-b575-95f63f01001a" providerId="ADAL" clId="{5C9DDE0B-84D2-5347-A66D-489676A6707F}" dt="2026-04-19T00:43:59.891" v="1821"/>
          <ac:spMkLst>
            <pc:docMk/>
            <pc:sldMk cId="1962547533" sldId="274"/>
            <ac:spMk id="32" creationId="{AD714373-559A-1B4D-A517-25C22B46EE2E}"/>
          </ac:spMkLst>
        </pc:spChg>
        <pc:spChg chg="add del mod">
          <ac:chgData name="Louisa Linkas" userId="b5954122-17db-4193-b575-95f63f01001a" providerId="ADAL" clId="{5C9DDE0B-84D2-5347-A66D-489676A6707F}" dt="2026-04-19T00:43:59.892" v="1822"/>
          <ac:spMkLst>
            <pc:docMk/>
            <pc:sldMk cId="1962547533" sldId="274"/>
            <ac:spMk id="33" creationId="{E4B62F89-9F72-5348-8DEE-F3486389A0FC}"/>
          </ac:spMkLst>
        </pc:spChg>
        <pc:spChg chg="add del mod">
          <ac:chgData name="Louisa Linkas" userId="b5954122-17db-4193-b575-95f63f01001a" providerId="ADAL" clId="{5C9DDE0B-84D2-5347-A66D-489676A6707F}" dt="2026-04-19T00:43:59.892" v="1823"/>
          <ac:spMkLst>
            <pc:docMk/>
            <pc:sldMk cId="1962547533" sldId="274"/>
            <ac:spMk id="34" creationId="{036D5A4E-A396-EA4A-8FC9-146E36383229}"/>
          </ac:spMkLst>
        </pc:spChg>
        <pc:spChg chg="add del mod">
          <ac:chgData name="Louisa Linkas" userId="b5954122-17db-4193-b575-95f63f01001a" providerId="ADAL" clId="{5C9DDE0B-84D2-5347-A66D-489676A6707F}" dt="2026-04-19T00:43:59.892" v="1824"/>
          <ac:spMkLst>
            <pc:docMk/>
            <pc:sldMk cId="1962547533" sldId="274"/>
            <ac:spMk id="35" creationId="{7A22C5B8-F93D-DE48-A513-5D1C32A5ED63}"/>
          </ac:spMkLst>
        </pc:spChg>
        <pc:spChg chg="add del mod">
          <ac:chgData name="Louisa Linkas" userId="b5954122-17db-4193-b575-95f63f01001a" providerId="ADAL" clId="{5C9DDE0B-84D2-5347-A66D-489676A6707F}" dt="2026-04-19T00:43:59.892" v="1825"/>
          <ac:spMkLst>
            <pc:docMk/>
            <pc:sldMk cId="1962547533" sldId="274"/>
            <ac:spMk id="36" creationId="{ACE508F0-5F21-5A40-9E21-A4C7C109BBC0}"/>
          </ac:spMkLst>
        </pc:spChg>
        <pc:spChg chg="add del mod">
          <ac:chgData name="Louisa Linkas" userId="b5954122-17db-4193-b575-95f63f01001a" providerId="ADAL" clId="{5C9DDE0B-84D2-5347-A66D-489676A6707F}" dt="2026-04-19T00:43:59.893" v="1826"/>
          <ac:spMkLst>
            <pc:docMk/>
            <pc:sldMk cId="1962547533" sldId="274"/>
            <ac:spMk id="37" creationId="{35B9054C-F591-A34E-86C4-067C1B1755BE}"/>
          </ac:spMkLst>
        </pc:spChg>
        <pc:spChg chg="add del mod">
          <ac:chgData name="Louisa Linkas" userId="b5954122-17db-4193-b575-95f63f01001a" providerId="ADAL" clId="{5C9DDE0B-84D2-5347-A66D-489676A6707F}" dt="2026-04-19T00:43:59.893" v="1827"/>
          <ac:spMkLst>
            <pc:docMk/>
            <pc:sldMk cId="1962547533" sldId="274"/>
            <ac:spMk id="38" creationId="{2D2D596D-E9F0-314E-9BA8-C315D3BC7068}"/>
          </ac:spMkLst>
        </pc:spChg>
        <pc:spChg chg="add del mod">
          <ac:chgData name="Louisa Linkas" userId="b5954122-17db-4193-b575-95f63f01001a" providerId="ADAL" clId="{5C9DDE0B-84D2-5347-A66D-489676A6707F}" dt="2026-04-19T00:43:59.893" v="1828"/>
          <ac:spMkLst>
            <pc:docMk/>
            <pc:sldMk cId="1962547533" sldId="274"/>
            <ac:spMk id="39" creationId="{77D4D710-D34E-AE44-9D31-AB864F749B32}"/>
          </ac:spMkLst>
        </pc:spChg>
        <pc:spChg chg="add del mod">
          <ac:chgData name="Louisa Linkas" userId="b5954122-17db-4193-b575-95f63f01001a" providerId="ADAL" clId="{5C9DDE0B-84D2-5347-A66D-489676A6707F}" dt="2026-04-19T00:43:59.893" v="1829"/>
          <ac:spMkLst>
            <pc:docMk/>
            <pc:sldMk cId="1962547533" sldId="274"/>
            <ac:spMk id="40" creationId="{0CFA0477-CE7B-C84D-94EC-ADA4B8659E5A}"/>
          </ac:spMkLst>
        </pc:spChg>
        <pc:spChg chg="add del mod">
          <ac:chgData name="Louisa Linkas" userId="b5954122-17db-4193-b575-95f63f01001a" providerId="ADAL" clId="{5C9DDE0B-84D2-5347-A66D-489676A6707F}" dt="2026-04-19T00:43:59.893" v="1830"/>
          <ac:spMkLst>
            <pc:docMk/>
            <pc:sldMk cId="1962547533" sldId="274"/>
            <ac:spMk id="41" creationId="{FF134CA1-3858-D64C-9D86-3C5284775D2C}"/>
          </ac:spMkLst>
        </pc:spChg>
        <pc:spChg chg="add del mod">
          <ac:chgData name="Louisa Linkas" userId="b5954122-17db-4193-b575-95f63f01001a" providerId="ADAL" clId="{5C9DDE0B-84D2-5347-A66D-489676A6707F}" dt="2026-04-19T00:43:59.894" v="1831"/>
          <ac:spMkLst>
            <pc:docMk/>
            <pc:sldMk cId="1962547533" sldId="274"/>
            <ac:spMk id="42" creationId="{E6E90879-17E6-AC44-B26D-97B39C2A11C0}"/>
          </ac:spMkLst>
        </pc:spChg>
        <pc:spChg chg="add del mod">
          <ac:chgData name="Louisa Linkas" userId="b5954122-17db-4193-b575-95f63f01001a" providerId="ADAL" clId="{5C9DDE0B-84D2-5347-A66D-489676A6707F}" dt="2026-04-19T00:43:59.894" v="1832"/>
          <ac:spMkLst>
            <pc:docMk/>
            <pc:sldMk cId="1962547533" sldId="274"/>
            <ac:spMk id="43" creationId="{7FBB446B-FE83-444B-A3ED-333924BDBA60}"/>
          </ac:spMkLst>
        </pc:spChg>
        <pc:spChg chg="add del mod">
          <ac:chgData name="Louisa Linkas" userId="b5954122-17db-4193-b575-95f63f01001a" providerId="ADAL" clId="{5C9DDE0B-84D2-5347-A66D-489676A6707F}" dt="2026-04-19T00:43:59.894" v="1833"/>
          <ac:spMkLst>
            <pc:docMk/>
            <pc:sldMk cId="1962547533" sldId="274"/>
            <ac:spMk id="44" creationId="{194ECFC2-4DF8-2049-BC2B-9F6EEC3CDB7B}"/>
          </ac:spMkLst>
        </pc:spChg>
        <pc:spChg chg="add del mod">
          <ac:chgData name="Louisa Linkas" userId="b5954122-17db-4193-b575-95f63f01001a" providerId="ADAL" clId="{5C9DDE0B-84D2-5347-A66D-489676A6707F}" dt="2026-04-19T00:43:59.894" v="1834"/>
          <ac:spMkLst>
            <pc:docMk/>
            <pc:sldMk cId="1962547533" sldId="274"/>
            <ac:spMk id="45" creationId="{DE620C7A-824D-EF4E-98C3-C1D25871DCC4}"/>
          </ac:spMkLst>
        </pc:spChg>
        <pc:spChg chg="add del mod">
          <ac:chgData name="Louisa Linkas" userId="b5954122-17db-4193-b575-95f63f01001a" providerId="ADAL" clId="{5C9DDE0B-84D2-5347-A66D-489676A6707F}" dt="2026-04-19T00:43:59.894" v="1835"/>
          <ac:spMkLst>
            <pc:docMk/>
            <pc:sldMk cId="1962547533" sldId="274"/>
            <ac:spMk id="46" creationId="{6F9037FA-BB22-9047-9EE2-AFE47C774471}"/>
          </ac:spMkLst>
        </pc:spChg>
        <pc:spChg chg="add del mod">
          <ac:chgData name="Louisa Linkas" userId="b5954122-17db-4193-b575-95f63f01001a" providerId="ADAL" clId="{5C9DDE0B-84D2-5347-A66D-489676A6707F}" dt="2026-04-19T00:43:59.895" v="1836"/>
          <ac:spMkLst>
            <pc:docMk/>
            <pc:sldMk cId="1962547533" sldId="274"/>
            <ac:spMk id="47" creationId="{459687F6-436F-FC4F-873A-AA175EE3893F}"/>
          </ac:spMkLst>
        </pc:spChg>
        <pc:spChg chg="add del mod">
          <ac:chgData name="Louisa Linkas" userId="b5954122-17db-4193-b575-95f63f01001a" providerId="ADAL" clId="{5C9DDE0B-84D2-5347-A66D-489676A6707F}" dt="2026-04-19T00:43:59.895" v="1837"/>
          <ac:spMkLst>
            <pc:docMk/>
            <pc:sldMk cId="1962547533" sldId="274"/>
            <ac:spMk id="48" creationId="{85A73921-44C5-D448-BC41-B6188AA98DCE}"/>
          </ac:spMkLst>
        </pc:spChg>
        <pc:spChg chg="add del mod">
          <ac:chgData name="Louisa Linkas" userId="b5954122-17db-4193-b575-95f63f01001a" providerId="ADAL" clId="{5C9DDE0B-84D2-5347-A66D-489676A6707F}" dt="2026-04-19T00:43:59.895" v="1838"/>
          <ac:spMkLst>
            <pc:docMk/>
            <pc:sldMk cId="1962547533" sldId="274"/>
            <ac:spMk id="49" creationId="{BF4FD3F2-DBE5-B34C-A4CC-3E7A43FDB7D0}"/>
          </ac:spMkLst>
        </pc:spChg>
        <pc:spChg chg="add del mod">
          <ac:chgData name="Louisa Linkas" userId="b5954122-17db-4193-b575-95f63f01001a" providerId="ADAL" clId="{5C9DDE0B-84D2-5347-A66D-489676A6707F}" dt="2026-04-19T00:43:59.895" v="1839"/>
          <ac:spMkLst>
            <pc:docMk/>
            <pc:sldMk cId="1962547533" sldId="274"/>
            <ac:spMk id="50" creationId="{7953352E-B9B6-1949-8BE5-749802AE244A}"/>
          </ac:spMkLst>
        </pc:spChg>
        <pc:spChg chg="add del mod">
          <ac:chgData name="Louisa Linkas" userId="b5954122-17db-4193-b575-95f63f01001a" providerId="ADAL" clId="{5C9DDE0B-84D2-5347-A66D-489676A6707F}" dt="2026-04-19T00:43:59.896" v="1840"/>
          <ac:spMkLst>
            <pc:docMk/>
            <pc:sldMk cId="1962547533" sldId="274"/>
            <ac:spMk id="51" creationId="{EC08E3EF-D6AD-B24E-B541-642CDADC659F}"/>
          </ac:spMkLst>
        </pc:spChg>
        <pc:spChg chg="add del mod">
          <ac:chgData name="Louisa Linkas" userId="b5954122-17db-4193-b575-95f63f01001a" providerId="ADAL" clId="{5C9DDE0B-84D2-5347-A66D-489676A6707F}" dt="2026-04-19T00:43:59.896" v="1841"/>
          <ac:spMkLst>
            <pc:docMk/>
            <pc:sldMk cId="1962547533" sldId="274"/>
            <ac:spMk id="52" creationId="{741F854B-6C53-4644-8057-F1735F28F959}"/>
          </ac:spMkLst>
        </pc:spChg>
        <pc:spChg chg="add del mod">
          <ac:chgData name="Louisa Linkas" userId="b5954122-17db-4193-b575-95f63f01001a" providerId="ADAL" clId="{5C9DDE0B-84D2-5347-A66D-489676A6707F}" dt="2026-04-19T00:43:59.896" v="1842"/>
          <ac:spMkLst>
            <pc:docMk/>
            <pc:sldMk cId="1962547533" sldId="274"/>
            <ac:spMk id="53" creationId="{663B06DB-0572-5E49-B7C3-733839368FE4}"/>
          </ac:spMkLst>
        </pc:spChg>
        <pc:spChg chg="add del mod">
          <ac:chgData name="Louisa Linkas" userId="b5954122-17db-4193-b575-95f63f01001a" providerId="ADAL" clId="{5C9DDE0B-84D2-5347-A66D-489676A6707F}" dt="2026-04-19T00:43:59.896" v="1843"/>
          <ac:spMkLst>
            <pc:docMk/>
            <pc:sldMk cId="1962547533" sldId="274"/>
            <ac:spMk id="54" creationId="{6D7ACECC-DBC5-BF41-A264-A52AC63E250B}"/>
          </ac:spMkLst>
        </pc:spChg>
        <pc:spChg chg="add del mod">
          <ac:chgData name="Louisa Linkas" userId="b5954122-17db-4193-b575-95f63f01001a" providerId="ADAL" clId="{5C9DDE0B-84D2-5347-A66D-489676A6707F}" dt="2026-04-19T00:43:59.897" v="1844"/>
          <ac:spMkLst>
            <pc:docMk/>
            <pc:sldMk cId="1962547533" sldId="274"/>
            <ac:spMk id="55" creationId="{8B9507FE-FF7A-F949-9F56-9DF7C6B9DF4F}"/>
          </ac:spMkLst>
        </pc:spChg>
        <pc:spChg chg="add del mod">
          <ac:chgData name="Louisa Linkas" userId="b5954122-17db-4193-b575-95f63f01001a" providerId="ADAL" clId="{5C9DDE0B-84D2-5347-A66D-489676A6707F}" dt="2026-04-19T00:43:59.897" v="1845"/>
          <ac:spMkLst>
            <pc:docMk/>
            <pc:sldMk cId="1962547533" sldId="274"/>
            <ac:spMk id="56" creationId="{248FDEF0-1C82-B849-885F-FDA3B583C0C9}"/>
          </ac:spMkLst>
        </pc:spChg>
        <pc:spChg chg="add del mod">
          <ac:chgData name="Louisa Linkas" userId="b5954122-17db-4193-b575-95f63f01001a" providerId="ADAL" clId="{5C9DDE0B-84D2-5347-A66D-489676A6707F}" dt="2026-04-19T00:43:59.897" v="1846"/>
          <ac:spMkLst>
            <pc:docMk/>
            <pc:sldMk cId="1962547533" sldId="274"/>
            <ac:spMk id="57" creationId="{EBE8B485-9888-6246-903F-23674D15DBB4}"/>
          </ac:spMkLst>
        </pc:spChg>
        <pc:spChg chg="add del mod">
          <ac:chgData name="Louisa Linkas" userId="b5954122-17db-4193-b575-95f63f01001a" providerId="ADAL" clId="{5C9DDE0B-84D2-5347-A66D-489676A6707F}" dt="2026-04-19T00:43:59.897" v="1847"/>
          <ac:spMkLst>
            <pc:docMk/>
            <pc:sldMk cId="1962547533" sldId="274"/>
            <ac:spMk id="58" creationId="{00DEF060-57D7-7D42-9958-0DD0453B6E6B}"/>
          </ac:spMkLst>
        </pc:spChg>
        <pc:spChg chg="add del mod">
          <ac:chgData name="Louisa Linkas" userId="b5954122-17db-4193-b575-95f63f01001a" providerId="ADAL" clId="{5C9DDE0B-84D2-5347-A66D-489676A6707F}" dt="2026-04-19T00:43:59.897" v="1848"/>
          <ac:spMkLst>
            <pc:docMk/>
            <pc:sldMk cId="1962547533" sldId="274"/>
            <ac:spMk id="59" creationId="{996F755F-CEFC-754E-8DC6-0EA88FE8D7C0}"/>
          </ac:spMkLst>
        </pc:spChg>
        <pc:spChg chg="add del mod">
          <ac:chgData name="Louisa Linkas" userId="b5954122-17db-4193-b575-95f63f01001a" providerId="ADAL" clId="{5C9DDE0B-84D2-5347-A66D-489676A6707F}" dt="2026-04-19T00:43:59.898" v="1849"/>
          <ac:spMkLst>
            <pc:docMk/>
            <pc:sldMk cId="1962547533" sldId="274"/>
            <ac:spMk id="60" creationId="{AA028606-7746-3D40-9622-28D40811387C}"/>
          </ac:spMkLst>
        </pc:spChg>
        <pc:spChg chg="add del mod">
          <ac:chgData name="Louisa Linkas" userId="b5954122-17db-4193-b575-95f63f01001a" providerId="ADAL" clId="{5C9DDE0B-84D2-5347-A66D-489676A6707F}" dt="2026-04-19T00:43:59.898" v="1850"/>
          <ac:spMkLst>
            <pc:docMk/>
            <pc:sldMk cId="1962547533" sldId="274"/>
            <ac:spMk id="61" creationId="{25C97706-3F8A-934D-BF7B-54C0DE796C51}"/>
          </ac:spMkLst>
        </pc:spChg>
        <pc:spChg chg="add del mod">
          <ac:chgData name="Louisa Linkas" userId="b5954122-17db-4193-b575-95f63f01001a" providerId="ADAL" clId="{5C9DDE0B-84D2-5347-A66D-489676A6707F}" dt="2026-04-19T00:43:59.898" v="1851"/>
          <ac:spMkLst>
            <pc:docMk/>
            <pc:sldMk cId="1962547533" sldId="274"/>
            <ac:spMk id="62" creationId="{65544569-8BDB-7C45-8767-071D64792C81}"/>
          </ac:spMkLst>
        </pc:spChg>
        <pc:spChg chg="add del mod">
          <ac:chgData name="Louisa Linkas" userId="b5954122-17db-4193-b575-95f63f01001a" providerId="ADAL" clId="{5C9DDE0B-84D2-5347-A66D-489676A6707F}" dt="2026-04-19T00:43:59.898" v="1852"/>
          <ac:spMkLst>
            <pc:docMk/>
            <pc:sldMk cId="1962547533" sldId="274"/>
            <ac:spMk id="63" creationId="{2C6FF29C-ADDB-8C41-A14E-6C07B1F65068}"/>
          </ac:spMkLst>
        </pc:spChg>
        <pc:spChg chg="add del mod">
          <ac:chgData name="Louisa Linkas" userId="b5954122-17db-4193-b575-95f63f01001a" providerId="ADAL" clId="{5C9DDE0B-84D2-5347-A66D-489676A6707F}" dt="2026-04-19T00:43:59.899" v="1853"/>
          <ac:spMkLst>
            <pc:docMk/>
            <pc:sldMk cId="1962547533" sldId="274"/>
            <ac:spMk id="64" creationId="{325E707C-91FC-C344-B695-B1F2DB034373}"/>
          </ac:spMkLst>
        </pc:spChg>
        <pc:spChg chg="add del mod">
          <ac:chgData name="Louisa Linkas" userId="b5954122-17db-4193-b575-95f63f01001a" providerId="ADAL" clId="{5C9DDE0B-84D2-5347-A66D-489676A6707F}" dt="2026-04-19T00:43:59.899" v="1854"/>
          <ac:spMkLst>
            <pc:docMk/>
            <pc:sldMk cId="1962547533" sldId="274"/>
            <ac:spMk id="65" creationId="{5B6DD300-00B3-2648-9453-E754229F9894}"/>
          </ac:spMkLst>
        </pc:spChg>
        <pc:spChg chg="add del mod">
          <ac:chgData name="Louisa Linkas" userId="b5954122-17db-4193-b575-95f63f01001a" providerId="ADAL" clId="{5C9DDE0B-84D2-5347-A66D-489676A6707F}" dt="2026-04-19T00:43:59.899" v="1855"/>
          <ac:spMkLst>
            <pc:docMk/>
            <pc:sldMk cId="1962547533" sldId="274"/>
            <ac:spMk id="66" creationId="{D20A5FD8-7698-BE4A-84EB-11784FE3E3F5}"/>
          </ac:spMkLst>
        </pc:spChg>
        <pc:spChg chg="add del mod">
          <ac:chgData name="Louisa Linkas" userId="b5954122-17db-4193-b575-95f63f01001a" providerId="ADAL" clId="{5C9DDE0B-84D2-5347-A66D-489676A6707F}" dt="2026-04-19T00:43:59.899" v="1856"/>
          <ac:spMkLst>
            <pc:docMk/>
            <pc:sldMk cId="1962547533" sldId="274"/>
            <ac:spMk id="67" creationId="{85694753-D3F1-A549-B6E1-220B260EBC3C}"/>
          </ac:spMkLst>
        </pc:spChg>
        <pc:spChg chg="add del mod">
          <ac:chgData name="Louisa Linkas" userId="b5954122-17db-4193-b575-95f63f01001a" providerId="ADAL" clId="{5C9DDE0B-84D2-5347-A66D-489676A6707F}" dt="2026-04-19T00:43:59.899" v="1857"/>
          <ac:spMkLst>
            <pc:docMk/>
            <pc:sldMk cId="1962547533" sldId="274"/>
            <ac:spMk id="68" creationId="{6E3A6816-8113-5E46-B55F-07A0062EE2A0}"/>
          </ac:spMkLst>
        </pc:spChg>
        <pc:spChg chg="add del mod">
          <ac:chgData name="Louisa Linkas" userId="b5954122-17db-4193-b575-95f63f01001a" providerId="ADAL" clId="{5C9DDE0B-84D2-5347-A66D-489676A6707F}" dt="2026-04-19T00:43:59.900" v="1858"/>
          <ac:spMkLst>
            <pc:docMk/>
            <pc:sldMk cId="1962547533" sldId="274"/>
            <ac:spMk id="69" creationId="{A8E32C61-4F12-C444-ABFB-876CC20927C3}"/>
          </ac:spMkLst>
        </pc:spChg>
        <pc:spChg chg="add del mod">
          <ac:chgData name="Louisa Linkas" userId="b5954122-17db-4193-b575-95f63f01001a" providerId="ADAL" clId="{5C9DDE0B-84D2-5347-A66D-489676A6707F}" dt="2026-04-19T00:43:59.900" v="1859"/>
          <ac:spMkLst>
            <pc:docMk/>
            <pc:sldMk cId="1962547533" sldId="274"/>
            <ac:spMk id="70" creationId="{2721CF3C-95A6-F94B-82C5-0322A3430127}"/>
          </ac:spMkLst>
        </pc:spChg>
        <pc:spChg chg="add del mod">
          <ac:chgData name="Louisa Linkas" userId="b5954122-17db-4193-b575-95f63f01001a" providerId="ADAL" clId="{5C9DDE0B-84D2-5347-A66D-489676A6707F}" dt="2026-04-19T00:43:59.900" v="1860"/>
          <ac:spMkLst>
            <pc:docMk/>
            <pc:sldMk cId="1962547533" sldId="274"/>
            <ac:spMk id="71" creationId="{C167108D-8ABE-9246-9992-340ECB4B3702}"/>
          </ac:spMkLst>
        </pc:spChg>
        <pc:spChg chg="add del mod">
          <ac:chgData name="Louisa Linkas" userId="b5954122-17db-4193-b575-95f63f01001a" providerId="ADAL" clId="{5C9DDE0B-84D2-5347-A66D-489676A6707F}" dt="2026-04-19T00:43:59.900" v="1861"/>
          <ac:spMkLst>
            <pc:docMk/>
            <pc:sldMk cId="1962547533" sldId="274"/>
            <ac:spMk id="72" creationId="{38045B95-05CB-984E-80E1-F3E52018C4B2}"/>
          </ac:spMkLst>
        </pc:spChg>
        <pc:spChg chg="add del mod">
          <ac:chgData name="Louisa Linkas" userId="b5954122-17db-4193-b575-95f63f01001a" providerId="ADAL" clId="{5C9DDE0B-84D2-5347-A66D-489676A6707F}" dt="2026-04-19T00:43:59.901" v="1862"/>
          <ac:spMkLst>
            <pc:docMk/>
            <pc:sldMk cId="1962547533" sldId="274"/>
            <ac:spMk id="73" creationId="{5F71264D-8807-9248-9F5E-5791AE950E1B}"/>
          </ac:spMkLst>
        </pc:spChg>
        <pc:spChg chg="add mod">
          <ac:chgData name="Louisa Linkas" userId="b5954122-17db-4193-b575-95f63f01001a" providerId="ADAL" clId="{5C9DDE0B-84D2-5347-A66D-489676A6707F}" dt="2026-04-19T01:16:20.789" v="1872"/>
          <ac:spMkLst>
            <pc:docMk/>
            <pc:sldMk cId="1962547533" sldId="274"/>
            <ac:spMk id="75" creationId="{3D3E4C1E-0AFF-BD44-8712-807398F391A6}"/>
          </ac:spMkLst>
        </pc:spChg>
        <pc:spChg chg="add mod">
          <ac:chgData name="Louisa Linkas" userId="b5954122-17db-4193-b575-95f63f01001a" providerId="ADAL" clId="{5C9DDE0B-84D2-5347-A66D-489676A6707F}" dt="2026-04-19T01:16:20.791" v="1882"/>
          <ac:spMkLst>
            <pc:docMk/>
            <pc:sldMk cId="1962547533" sldId="274"/>
            <ac:spMk id="76" creationId="{20B2CF21-9E74-024E-96D3-6F9BCB450EA1}"/>
          </ac:spMkLst>
        </pc:spChg>
        <pc:spChg chg="add mod">
          <ac:chgData name="Louisa Linkas" userId="b5954122-17db-4193-b575-95f63f01001a" providerId="ADAL" clId="{5C9DDE0B-84D2-5347-A66D-489676A6707F}" dt="2026-04-19T01:16:20.792" v="1885"/>
          <ac:spMkLst>
            <pc:docMk/>
            <pc:sldMk cId="1962547533" sldId="274"/>
            <ac:spMk id="77" creationId="{9F2CEDD1-B6CD-6747-B6CC-5CAD4073EAAC}"/>
          </ac:spMkLst>
        </pc:spChg>
        <pc:spChg chg="add del mod">
          <ac:chgData name="Louisa Linkas" userId="b5954122-17db-4193-b575-95f63f01001a" providerId="ADAL" clId="{5C9DDE0B-84D2-5347-A66D-489676A6707F}" dt="2026-04-19T01:17:05.252" v="1950"/>
          <ac:spMkLst>
            <pc:docMk/>
            <pc:sldMk cId="1962547533" sldId="274"/>
            <ac:spMk id="78" creationId="{6F4BC129-E861-0342-A4AC-8591B9E85563}"/>
          </ac:spMkLst>
        </pc:spChg>
        <pc:spChg chg="add del mod">
          <ac:chgData name="Louisa Linkas" userId="b5954122-17db-4193-b575-95f63f01001a" providerId="ADAL" clId="{5C9DDE0B-84D2-5347-A66D-489676A6707F}" dt="2026-04-19T01:17:05.254" v="1951"/>
          <ac:spMkLst>
            <pc:docMk/>
            <pc:sldMk cId="1962547533" sldId="274"/>
            <ac:spMk id="79" creationId="{21F97EEE-A8F6-1640-B3FE-2ABBF90BED52}"/>
          </ac:spMkLst>
        </pc:spChg>
        <pc:spChg chg="add del mod">
          <ac:chgData name="Louisa Linkas" userId="b5954122-17db-4193-b575-95f63f01001a" providerId="ADAL" clId="{5C9DDE0B-84D2-5347-A66D-489676A6707F}" dt="2026-04-19T01:17:05.254" v="1952"/>
          <ac:spMkLst>
            <pc:docMk/>
            <pc:sldMk cId="1962547533" sldId="274"/>
            <ac:spMk id="80" creationId="{3EAB506E-DE27-5D46-8C9B-B051223E78F3}"/>
          </ac:spMkLst>
        </pc:spChg>
        <pc:spChg chg="add del mod">
          <ac:chgData name="Louisa Linkas" userId="b5954122-17db-4193-b575-95f63f01001a" providerId="ADAL" clId="{5C9DDE0B-84D2-5347-A66D-489676A6707F}" dt="2026-04-19T01:17:05.255" v="1953"/>
          <ac:spMkLst>
            <pc:docMk/>
            <pc:sldMk cId="1962547533" sldId="274"/>
            <ac:spMk id="81" creationId="{70532C24-63DE-3144-B2C1-8E7086B67B1D}"/>
          </ac:spMkLst>
        </pc:spChg>
        <pc:spChg chg="add del mod">
          <ac:chgData name="Louisa Linkas" userId="b5954122-17db-4193-b575-95f63f01001a" providerId="ADAL" clId="{5C9DDE0B-84D2-5347-A66D-489676A6707F}" dt="2026-04-19T01:17:05.255" v="1954"/>
          <ac:spMkLst>
            <pc:docMk/>
            <pc:sldMk cId="1962547533" sldId="274"/>
            <ac:spMk id="82" creationId="{B72F4B70-EE1E-8D44-AA9D-8D3A74F865E8}"/>
          </ac:spMkLst>
        </pc:spChg>
        <pc:spChg chg="add del mod">
          <ac:chgData name="Louisa Linkas" userId="b5954122-17db-4193-b575-95f63f01001a" providerId="ADAL" clId="{5C9DDE0B-84D2-5347-A66D-489676A6707F}" dt="2026-04-19T01:17:05.256" v="1955"/>
          <ac:spMkLst>
            <pc:docMk/>
            <pc:sldMk cId="1962547533" sldId="274"/>
            <ac:spMk id="83" creationId="{D0CE628C-5479-3B42-B2A5-8B35F77E91AA}"/>
          </ac:spMkLst>
        </pc:spChg>
        <pc:spChg chg="add del mod">
          <ac:chgData name="Louisa Linkas" userId="b5954122-17db-4193-b575-95f63f01001a" providerId="ADAL" clId="{5C9DDE0B-84D2-5347-A66D-489676A6707F}" dt="2026-04-19T01:17:05.256" v="1956"/>
          <ac:spMkLst>
            <pc:docMk/>
            <pc:sldMk cId="1962547533" sldId="274"/>
            <ac:spMk id="84" creationId="{F9650A01-06F5-8C4B-9D74-284F410304EC}"/>
          </ac:spMkLst>
        </pc:spChg>
        <pc:spChg chg="add del mod">
          <ac:chgData name="Louisa Linkas" userId="b5954122-17db-4193-b575-95f63f01001a" providerId="ADAL" clId="{5C9DDE0B-84D2-5347-A66D-489676A6707F}" dt="2026-04-19T01:52:19.724" v="2058"/>
          <ac:spMkLst>
            <pc:docMk/>
            <pc:sldMk cId="1962547533" sldId="274"/>
            <ac:spMk id="86" creationId="{62D2489E-B367-7447-80B7-B6304C1FCB3C}"/>
          </ac:spMkLst>
        </pc:spChg>
        <pc:spChg chg="add del mod">
          <ac:chgData name="Louisa Linkas" userId="b5954122-17db-4193-b575-95f63f01001a" providerId="ADAL" clId="{5C9DDE0B-84D2-5347-A66D-489676A6707F}" dt="2026-04-19T01:52:19.725" v="2059"/>
          <ac:spMkLst>
            <pc:docMk/>
            <pc:sldMk cId="1962547533" sldId="274"/>
            <ac:spMk id="87" creationId="{8BCA7898-AEBD-FF44-AA8B-C0FFE74F2F93}"/>
          </ac:spMkLst>
        </pc:spChg>
        <pc:spChg chg="add del mod">
          <ac:chgData name="Louisa Linkas" userId="b5954122-17db-4193-b575-95f63f01001a" providerId="ADAL" clId="{5C9DDE0B-84D2-5347-A66D-489676A6707F}" dt="2026-04-19T01:52:19.725" v="2060"/>
          <ac:spMkLst>
            <pc:docMk/>
            <pc:sldMk cId="1962547533" sldId="274"/>
            <ac:spMk id="88" creationId="{43C61C62-53A0-5A49-BED3-E9066FB43D6E}"/>
          </ac:spMkLst>
        </pc:spChg>
        <pc:spChg chg="add del mod">
          <ac:chgData name="Louisa Linkas" userId="b5954122-17db-4193-b575-95f63f01001a" providerId="ADAL" clId="{5C9DDE0B-84D2-5347-A66D-489676A6707F}" dt="2026-04-19T01:52:19.725" v="2061"/>
          <ac:spMkLst>
            <pc:docMk/>
            <pc:sldMk cId="1962547533" sldId="274"/>
            <ac:spMk id="89" creationId="{F4A20725-8B8E-DE48-9062-A2BEAAE581B7}"/>
          </ac:spMkLst>
        </pc:spChg>
        <pc:spChg chg="add del mod">
          <ac:chgData name="Louisa Linkas" userId="b5954122-17db-4193-b575-95f63f01001a" providerId="ADAL" clId="{5C9DDE0B-84D2-5347-A66D-489676A6707F}" dt="2026-04-19T01:52:19.726" v="2062"/>
          <ac:spMkLst>
            <pc:docMk/>
            <pc:sldMk cId="1962547533" sldId="274"/>
            <ac:spMk id="90" creationId="{29E8B531-4ADF-3645-BE1D-8047DB33DDB5}"/>
          </ac:spMkLst>
        </pc:spChg>
        <pc:spChg chg="add del mod">
          <ac:chgData name="Louisa Linkas" userId="b5954122-17db-4193-b575-95f63f01001a" providerId="ADAL" clId="{5C9DDE0B-84D2-5347-A66D-489676A6707F}" dt="2026-04-19T01:52:19.726" v="2063"/>
          <ac:spMkLst>
            <pc:docMk/>
            <pc:sldMk cId="1962547533" sldId="274"/>
            <ac:spMk id="91" creationId="{E14D66F6-9D8B-A145-8108-BAB4FB67DA94}"/>
          </ac:spMkLst>
        </pc:spChg>
        <pc:spChg chg="add del mod">
          <ac:chgData name="Louisa Linkas" userId="b5954122-17db-4193-b575-95f63f01001a" providerId="ADAL" clId="{5C9DDE0B-84D2-5347-A66D-489676A6707F}" dt="2026-04-19T01:52:19.726" v="2064"/>
          <ac:spMkLst>
            <pc:docMk/>
            <pc:sldMk cId="1962547533" sldId="274"/>
            <ac:spMk id="92" creationId="{EE6F09D1-E82D-324F-908A-F66885330E20}"/>
          </ac:spMkLst>
        </pc:spChg>
        <pc:spChg chg="add del mod">
          <ac:chgData name="Louisa Linkas" userId="b5954122-17db-4193-b575-95f63f01001a" providerId="ADAL" clId="{5C9DDE0B-84D2-5347-A66D-489676A6707F}" dt="2026-04-19T01:52:19.726" v="2065"/>
          <ac:spMkLst>
            <pc:docMk/>
            <pc:sldMk cId="1962547533" sldId="274"/>
            <ac:spMk id="93" creationId="{BD1C0DC6-5927-7245-830D-A90767F54936}"/>
          </ac:spMkLst>
        </pc:spChg>
        <pc:spChg chg="add del mod">
          <ac:chgData name="Louisa Linkas" userId="b5954122-17db-4193-b575-95f63f01001a" providerId="ADAL" clId="{5C9DDE0B-84D2-5347-A66D-489676A6707F}" dt="2026-04-19T01:52:19.726" v="2066"/>
          <ac:spMkLst>
            <pc:docMk/>
            <pc:sldMk cId="1962547533" sldId="274"/>
            <ac:spMk id="94" creationId="{E1E16127-A024-ED41-9A2E-2D4B777F9EEE}"/>
          </ac:spMkLst>
        </pc:spChg>
        <pc:spChg chg="add del mod">
          <ac:chgData name="Louisa Linkas" userId="b5954122-17db-4193-b575-95f63f01001a" providerId="ADAL" clId="{5C9DDE0B-84D2-5347-A66D-489676A6707F}" dt="2026-04-19T01:52:19.727" v="2067"/>
          <ac:spMkLst>
            <pc:docMk/>
            <pc:sldMk cId="1962547533" sldId="274"/>
            <ac:spMk id="95" creationId="{6CDE0425-C69B-2142-99FA-A7BBC315D574}"/>
          </ac:spMkLst>
        </pc:spChg>
        <pc:spChg chg="add del mod">
          <ac:chgData name="Louisa Linkas" userId="b5954122-17db-4193-b575-95f63f01001a" providerId="ADAL" clId="{5C9DDE0B-84D2-5347-A66D-489676A6707F}" dt="2026-04-19T01:52:19.727" v="2068"/>
          <ac:spMkLst>
            <pc:docMk/>
            <pc:sldMk cId="1962547533" sldId="274"/>
            <ac:spMk id="96" creationId="{A1DD541B-3DF3-7C4A-9B51-590CAFCF69EB}"/>
          </ac:spMkLst>
        </pc:spChg>
        <pc:spChg chg="add mod">
          <ac:chgData name="Louisa Linkas" userId="b5954122-17db-4193-b575-95f63f01001a" providerId="ADAL" clId="{5C9DDE0B-84D2-5347-A66D-489676A6707F}" dt="2026-04-19T01:52:19.767" v="2079"/>
          <ac:spMkLst>
            <pc:docMk/>
            <pc:sldMk cId="1962547533" sldId="274"/>
            <ac:spMk id="98" creationId="{E167F31C-766F-2440-8E19-581F95A3DB2C}"/>
          </ac:spMkLst>
        </pc:spChg>
        <pc:spChg chg="add mod">
          <ac:chgData name="Louisa Linkas" userId="b5954122-17db-4193-b575-95f63f01001a" providerId="ADAL" clId="{5C9DDE0B-84D2-5347-A66D-489676A6707F}" dt="2026-04-19T01:52:19.768" v="2083"/>
          <ac:spMkLst>
            <pc:docMk/>
            <pc:sldMk cId="1962547533" sldId="274"/>
            <ac:spMk id="99" creationId="{4BF0C1FD-2D37-B34E-9A64-D08122D24F84}"/>
          </ac:spMkLst>
        </pc:spChg>
        <pc:spChg chg="add mod">
          <ac:chgData name="Louisa Linkas" userId="b5954122-17db-4193-b575-95f63f01001a" providerId="ADAL" clId="{5C9DDE0B-84D2-5347-A66D-489676A6707F}" dt="2026-04-19T01:52:19.770" v="2093"/>
          <ac:spMkLst>
            <pc:docMk/>
            <pc:sldMk cId="1962547533" sldId="274"/>
            <ac:spMk id="100" creationId="{80A5783F-0852-D244-969F-28564C5CBC1B}"/>
          </ac:spMkLst>
        </pc:spChg>
        <pc:spChg chg="add mod">
          <ac:chgData name="Louisa Linkas" userId="b5954122-17db-4193-b575-95f63f01001a" providerId="ADAL" clId="{5C9DDE0B-84D2-5347-A66D-489676A6707F}" dt="2026-04-19T01:52:19.773" v="2103"/>
          <ac:spMkLst>
            <pc:docMk/>
            <pc:sldMk cId="1962547533" sldId="274"/>
            <ac:spMk id="101" creationId="{5658401C-16A4-2846-BE55-66E0CFBC782F}"/>
          </ac:spMkLst>
        </pc:spChg>
        <pc:spChg chg="add mod">
          <ac:chgData name="Louisa Linkas" userId="b5954122-17db-4193-b575-95f63f01001a" providerId="ADAL" clId="{5C9DDE0B-84D2-5347-A66D-489676A6707F}" dt="2026-04-19T01:52:19.775" v="2113"/>
          <ac:spMkLst>
            <pc:docMk/>
            <pc:sldMk cId="1962547533" sldId="274"/>
            <ac:spMk id="102" creationId="{2D035734-4745-1C48-BEA4-3999AF389700}"/>
          </ac:spMkLst>
        </pc:spChg>
        <pc:spChg chg="add mod">
          <ac:chgData name="Louisa Linkas" userId="b5954122-17db-4193-b575-95f63f01001a" providerId="ADAL" clId="{5C9DDE0B-84D2-5347-A66D-489676A6707F}" dt="2026-04-19T01:52:19.777" v="2123"/>
          <ac:spMkLst>
            <pc:docMk/>
            <pc:sldMk cId="1962547533" sldId="274"/>
            <ac:spMk id="103" creationId="{CCE649C3-A7B5-DB4F-9AC9-1394651C896E}"/>
          </ac:spMkLst>
        </pc:spChg>
        <pc:spChg chg="add mod">
          <ac:chgData name="Louisa Linkas" userId="b5954122-17db-4193-b575-95f63f01001a" providerId="ADAL" clId="{5C9DDE0B-84D2-5347-A66D-489676A6707F}" dt="2026-04-19T01:52:19.779" v="2133"/>
          <ac:spMkLst>
            <pc:docMk/>
            <pc:sldMk cId="1962547533" sldId="274"/>
            <ac:spMk id="104" creationId="{FDC256A7-6572-CB42-8D8A-1642F883F38E}"/>
          </ac:spMkLst>
        </pc:spChg>
        <pc:spChg chg="add mod">
          <ac:chgData name="Louisa Linkas" userId="b5954122-17db-4193-b575-95f63f01001a" providerId="ADAL" clId="{5C9DDE0B-84D2-5347-A66D-489676A6707F}" dt="2026-04-19T01:52:19.782" v="2143"/>
          <ac:spMkLst>
            <pc:docMk/>
            <pc:sldMk cId="1962547533" sldId="274"/>
            <ac:spMk id="105" creationId="{9BD3C781-29AA-EF41-A80C-7050BCAF2D56}"/>
          </ac:spMkLst>
        </pc:spChg>
        <pc:spChg chg="add mod">
          <ac:chgData name="Louisa Linkas" userId="b5954122-17db-4193-b575-95f63f01001a" providerId="ADAL" clId="{5C9DDE0B-84D2-5347-A66D-489676A6707F}" dt="2026-04-19T01:52:19.784" v="2152"/>
          <ac:spMkLst>
            <pc:docMk/>
            <pc:sldMk cId="1962547533" sldId="274"/>
            <ac:spMk id="106" creationId="{CA996FBC-78ED-0F46-8A71-FAF5D64D7B47}"/>
          </ac:spMkLst>
        </pc:spChg>
        <pc:spChg chg="add mod">
          <ac:chgData name="Louisa Linkas" userId="b5954122-17db-4193-b575-95f63f01001a" providerId="ADAL" clId="{5C9DDE0B-84D2-5347-A66D-489676A6707F}" dt="2026-04-19T01:52:19.786" v="2161"/>
          <ac:spMkLst>
            <pc:docMk/>
            <pc:sldMk cId="1962547533" sldId="274"/>
            <ac:spMk id="107" creationId="{47308BCD-856D-7B4C-BD77-4ECC9EE2E543}"/>
          </ac:spMkLst>
        </pc:spChg>
        <pc:spChg chg="add mod">
          <ac:chgData name="Louisa Linkas" userId="b5954122-17db-4193-b575-95f63f01001a" providerId="ADAL" clId="{5C9DDE0B-84D2-5347-A66D-489676A6707F}" dt="2026-04-19T01:52:19.788" v="2170"/>
          <ac:spMkLst>
            <pc:docMk/>
            <pc:sldMk cId="1962547533" sldId="274"/>
            <ac:spMk id="108" creationId="{E4FFB4DF-9A98-EB4F-B1C8-C50CAF2C2B2C}"/>
          </ac:spMkLst>
        </pc:spChg>
        <pc:spChg chg="add mod">
          <ac:chgData name="Louisa Linkas" userId="b5954122-17db-4193-b575-95f63f01001a" providerId="ADAL" clId="{5C9DDE0B-84D2-5347-A66D-489676A6707F}" dt="2026-04-19T01:52:19.790" v="2179"/>
          <ac:spMkLst>
            <pc:docMk/>
            <pc:sldMk cId="1962547533" sldId="274"/>
            <ac:spMk id="109" creationId="{B6CE35D3-2317-4F45-85E8-9DBE07D14582}"/>
          </ac:spMkLst>
        </pc:spChg>
        <pc:spChg chg="add mod">
          <ac:chgData name="Louisa Linkas" userId="b5954122-17db-4193-b575-95f63f01001a" providerId="ADAL" clId="{5C9DDE0B-84D2-5347-A66D-489676A6707F}" dt="2026-04-19T01:52:19.792" v="2188"/>
          <ac:spMkLst>
            <pc:docMk/>
            <pc:sldMk cId="1962547533" sldId="274"/>
            <ac:spMk id="110" creationId="{4D1CA5C3-C4A7-9C4E-90E4-DD53D3D411B6}"/>
          </ac:spMkLst>
        </pc:spChg>
        <pc:spChg chg="add mod">
          <ac:chgData name="Louisa Linkas" userId="b5954122-17db-4193-b575-95f63f01001a" providerId="ADAL" clId="{5C9DDE0B-84D2-5347-A66D-489676A6707F}" dt="2026-04-19T01:52:19.795" v="2197"/>
          <ac:spMkLst>
            <pc:docMk/>
            <pc:sldMk cId="1962547533" sldId="274"/>
            <ac:spMk id="111" creationId="{212A1C9B-89C0-9A47-B2F6-B600CC62050E}"/>
          </ac:spMkLst>
        </pc:spChg>
        <pc:spChg chg="add mod">
          <ac:chgData name="Louisa Linkas" userId="b5954122-17db-4193-b575-95f63f01001a" providerId="ADAL" clId="{5C9DDE0B-84D2-5347-A66D-489676A6707F}" dt="2026-04-19T01:52:19.795" v="2200"/>
          <ac:spMkLst>
            <pc:docMk/>
            <pc:sldMk cId="1962547533" sldId="274"/>
            <ac:spMk id="112" creationId="{844A1014-5374-C343-867B-9A0AC85C1A18}"/>
          </ac:spMkLst>
        </pc:spChg>
        <pc:spChg chg="add mod">
          <ac:chgData name="Louisa Linkas" userId="b5954122-17db-4193-b575-95f63f01001a" providerId="ADAL" clId="{5C9DDE0B-84D2-5347-A66D-489676A6707F}" dt="2026-04-19T01:52:19.798" v="2209"/>
          <ac:spMkLst>
            <pc:docMk/>
            <pc:sldMk cId="1962547533" sldId="274"/>
            <ac:spMk id="113" creationId="{07E066DC-BC6B-0B46-A9E0-2CC674912AEF}"/>
          </ac:spMkLst>
        </pc:spChg>
        <pc:spChg chg="add mod">
          <ac:chgData name="Louisa Linkas" userId="b5954122-17db-4193-b575-95f63f01001a" providerId="ADAL" clId="{5C9DDE0B-84D2-5347-A66D-489676A6707F}" dt="2026-04-19T01:52:19.800" v="2218"/>
          <ac:spMkLst>
            <pc:docMk/>
            <pc:sldMk cId="1962547533" sldId="274"/>
            <ac:spMk id="114" creationId="{6C08C0DB-944A-E541-B0C4-BC43E0EF8368}"/>
          </ac:spMkLst>
        </pc:spChg>
        <pc:spChg chg="add mod">
          <ac:chgData name="Louisa Linkas" userId="b5954122-17db-4193-b575-95f63f01001a" providerId="ADAL" clId="{5C9DDE0B-84D2-5347-A66D-489676A6707F}" dt="2026-04-19T01:52:19.802" v="2227"/>
          <ac:spMkLst>
            <pc:docMk/>
            <pc:sldMk cId="1962547533" sldId="274"/>
            <ac:spMk id="115" creationId="{A5B49714-D233-E743-B650-818EE6229D87}"/>
          </ac:spMkLst>
        </pc:spChg>
        <pc:spChg chg="add mod">
          <ac:chgData name="Louisa Linkas" userId="b5954122-17db-4193-b575-95f63f01001a" providerId="ADAL" clId="{5C9DDE0B-84D2-5347-A66D-489676A6707F}" dt="2026-04-19T01:52:19.804" v="2236"/>
          <ac:spMkLst>
            <pc:docMk/>
            <pc:sldMk cId="1962547533" sldId="274"/>
            <ac:spMk id="116" creationId="{CF00A45A-A5E5-FD47-A569-0F290C64B7A9}"/>
          </ac:spMkLst>
        </pc:spChg>
        <pc:spChg chg="add mod">
          <ac:chgData name="Louisa Linkas" userId="b5954122-17db-4193-b575-95f63f01001a" providerId="ADAL" clId="{5C9DDE0B-84D2-5347-A66D-489676A6707F}" dt="2026-04-19T01:52:19.806" v="2245"/>
          <ac:spMkLst>
            <pc:docMk/>
            <pc:sldMk cId="1962547533" sldId="274"/>
            <ac:spMk id="117" creationId="{188DFF7D-EF02-B645-8774-DDBC7BF00C52}"/>
          </ac:spMkLst>
        </pc:spChg>
        <pc:spChg chg="add mod">
          <ac:chgData name="Louisa Linkas" userId="b5954122-17db-4193-b575-95f63f01001a" providerId="ADAL" clId="{5C9DDE0B-84D2-5347-A66D-489676A6707F}" dt="2026-04-19T01:52:19.808" v="2254"/>
          <ac:spMkLst>
            <pc:docMk/>
            <pc:sldMk cId="1962547533" sldId="274"/>
            <ac:spMk id="118" creationId="{CD87E6C0-3D66-B44B-AA38-1A0DC616B4BF}"/>
          </ac:spMkLst>
        </pc:spChg>
        <pc:spChg chg="add mod">
          <ac:chgData name="Louisa Linkas" userId="b5954122-17db-4193-b575-95f63f01001a" providerId="ADAL" clId="{5C9DDE0B-84D2-5347-A66D-489676A6707F}" dt="2026-04-19T01:52:19.809" v="2257"/>
          <ac:spMkLst>
            <pc:docMk/>
            <pc:sldMk cId="1962547533" sldId="274"/>
            <ac:spMk id="119" creationId="{48625385-A87B-6A46-B6EE-FE19AE52CE7A}"/>
          </ac:spMkLst>
        </pc:spChg>
        <pc:spChg chg="add mod">
          <ac:chgData name="Louisa Linkas" userId="b5954122-17db-4193-b575-95f63f01001a" providerId="ADAL" clId="{5C9DDE0B-84D2-5347-A66D-489676A6707F}" dt="2026-04-19T01:52:19.811" v="2266"/>
          <ac:spMkLst>
            <pc:docMk/>
            <pc:sldMk cId="1962547533" sldId="274"/>
            <ac:spMk id="120" creationId="{90F98903-FC51-F84A-8681-FB0DD386DD98}"/>
          </ac:spMkLst>
        </pc:spChg>
        <pc:spChg chg="add mod">
          <ac:chgData name="Louisa Linkas" userId="b5954122-17db-4193-b575-95f63f01001a" providerId="ADAL" clId="{5C9DDE0B-84D2-5347-A66D-489676A6707F}" dt="2026-04-19T01:52:19.814" v="2275"/>
          <ac:spMkLst>
            <pc:docMk/>
            <pc:sldMk cId="1962547533" sldId="274"/>
            <ac:spMk id="121" creationId="{25BD9475-4B0D-7F48-9ACF-FA40ADA7777F}"/>
          </ac:spMkLst>
        </pc:spChg>
        <pc:spChg chg="add mod">
          <ac:chgData name="Louisa Linkas" userId="b5954122-17db-4193-b575-95f63f01001a" providerId="ADAL" clId="{5C9DDE0B-84D2-5347-A66D-489676A6707F}" dt="2026-04-19T01:52:19.816" v="2284"/>
          <ac:spMkLst>
            <pc:docMk/>
            <pc:sldMk cId="1962547533" sldId="274"/>
            <ac:spMk id="122" creationId="{CBC819E8-01BC-484A-BACC-4484C5A5A8B1}"/>
          </ac:spMkLst>
        </pc:spChg>
        <pc:spChg chg="add mod">
          <ac:chgData name="Louisa Linkas" userId="b5954122-17db-4193-b575-95f63f01001a" providerId="ADAL" clId="{5C9DDE0B-84D2-5347-A66D-489676A6707F}" dt="2026-04-19T01:52:19.818" v="2293"/>
          <ac:spMkLst>
            <pc:docMk/>
            <pc:sldMk cId="1962547533" sldId="274"/>
            <ac:spMk id="123" creationId="{C05F51FE-25A2-6F4E-A5FE-3109465A968C}"/>
          </ac:spMkLst>
        </pc:spChg>
        <pc:spChg chg="add mod">
          <ac:chgData name="Louisa Linkas" userId="b5954122-17db-4193-b575-95f63f01001a" providerId="ADAL" clId="{5C9DDE0B-84D2-5347-A66D-489676A6707F}" dt="2026-04-19T01:52:19.821" v="2302"/>
          <ac:spMkLst>
            <pc:docMk/>
            <pc:sldMk cId="1962547533" sldId="274"/>
            <ac:spMk id="124" creationId="{440F4DCA-D1BF-8A43-A514-94273F84E6EB}"/>
          </ac:spMkLst>
        </pc:spChg>
        <pc:spChg chg="add mod">
          <ac:chgData name="Louisa Linkas" userId="b5954122-17db-4193-b575-95f63f01001a" providerId="ADAL" clId="{5C9DDE0B-84D2-5347-A66D-489676A6707F}" dt="2026-04-19T01:52:19.823" v="2311"/>
          <ac:spMkLst>
            <pc:docMk/>
            <pc:sldMk cId="1962547533" sldId="274"/>
            <ac:spMk id="125" creationId="{E6193E05-4924-4447-ACB0-ED39BAAF3687}"/>
          </ac:spMkLst>
        </pc:spChg>
        <pc:spChg chg="add mod">
          <ac:chgData name="Louisa Linkas" userId="b5954122-17db-4193-b575-95f63f01001a" providerId="ADAL" clId="{5C9DDE0B-84D2-5347-A66D-489676A6707F}" dt="2026-04-19T01:52:19.824" v="2314"/>
          <ac:spMkLst>
            <pc:docMk/>
            <pc:sldMk cId="1962547533" sldId="274"/>
            <ac:spMk id="126" creationId="{A0D1B4D9-8572-8448-AA44-E7E9ACC5CCBC}"/>
          </ac:spMkLst>
        </pc:spChg>
        <pc:spChg chg="add mod">
          <ac:chgData name="Louisa Linkas" userId="b5954122-17db-4193-b575-95f63f01001a" providerId="ADAL" clId="{5C9DDE0B-84D2-5347-A66D-489676A6707F}" dt="2026-04-19T01:52:19.826" v="2323"/>
          <ac:spMkLst>
            <pc:docMk/>
            <pc:sldMk cId="1962547533" sldId="274"/>
            <ac:spMk id="127" creationId="{D3BE827F-36C3-6645-BA0F-4811FA1A285E}"/>
          </ac:spMkLst>
        </pc:spChg>
        <pc:spChg chg="add mod">
          <ac:chgData name="Louisa Linkas" userId="b5954122-17db-4193-b575-95f63f01001a" providerId="ADAL" clId="{5C9DDE0B-84D2-5347-A66D-489676A6707F}" dt="2026-04-19T01:52:19.828" v="2332"/>
          <ac:spMkLst>
            <pc:docMk/>
            <pc:sldMk cId="1962547533" sldId="274"/>
            <ac:spMk id="128" creationId="{F89CD384-C96E-4B4F-8F8E-4BD63CF42312}"/>
          </ac:spMkLst>
        </pc:spChg>
        <pc:spChg chg="add mod">
          <ac:chgData name="Louisa Linkas" userId="b5954122-17db-4193-b575-95f63f01001a" providerId="ADAL" clId="{5C9DDE0B-84D2-5347-A66D-489676A6707F}" dt="2026-04-19T01:52:19.831" v="2341"/>
          <ac:spMkLst>
            <pc:docMk/>
            <pc:sldMk cId="1962547533" sldId="274"/>
            <ac:spMk id="129" creationId="{E47F9429-5E25-F94A-978D-E1B678B64BD7}"/>
          </ac:spMkLst>
        </pc:spChg>
        <pc:spChg chg="add mod">
          <ac:chgData name="Louisa Linkas" userId="b5954122-17db-4193-b575-95f63f01001a" providerId="ADAL" clId="{5C9DDE0B-84D2-5347-A66D-489676A6707F}" dt="2026-04-19T01:52:19.833" v="2350"/>
          <ac:spMkLst>
            <pc:docMk/>
            <pc:sldMk cId="1962547533" sldId="274"/>
            <ac:spMk id="130" creationId="{53EE4712-9E6F-EB40-ACC9-4B9E9F1F93A6}"/>
          </ac:spMkLst>
        </pc:spChg>
        <pc:spChg chg="add mod">
          <ac:chgData name="Louisa Linkas" userId="b5954122-17db-4193-b575-95f63f01001a" providerId="ADAL" clId="{5C9DDE0B-84D2-5347-A66D-489676A6707F}" dt="2026-04-19T01:52:19.835" v="2359"/>
          <ac:spMkLst>
            <pc:docMk/>
            <pc:sldMk cId="1962547533" sldId="274"/>
            <ac:spMk id="131" creationId="{7758D823-3C36-2F4D-90FD-1DA50EC6716A}"/>
          </ac:spMkLst>
        </pc:spChg>
        <pc:spChg chg="add mod">
          <ac:chgData name="Louisa Linkas" userId="b5954122-17db-4193-b575-95f63f01001a" providerId="ADAL" clId="{5C9DDE0B-84D2-5347-A66D-489676A6707F}" dt="2026-04-19T01:52:19.837" v="2368"/>
          <ac:spMkLst>
            <pc:docMk/>
            <pc:sldMk cId="1962547533" sldId="274"/>
            <ac:spMk id="132" creationId="{A7A11555-AAC8-F147-9D0C-F6891E3993B1}"/>
          </ac:spMkLst>
        </pc:spChg>
        <pc:spChg chg="add mod">
          <ac:chgData name="Louisa Linkas" userId="b5954122-17db-4193-b575-95f63f01001a" providerId="ADAL" clId="{5C9DDE0B-84D2-5347-A66D-489676A6707F}" dt="2026-04-19T01:52:19.838" v="2371"/>
          <ac:spMkLst>
            <pc:docMk/>
            <pc:sldMk cId="1962547533" sldId="274"/>
            <ac:spMk id="133" creationId="{BBBC1E8B-CA8A-8948-A093-3C88B264F983}"/>
          </ac:spMkLst>
        </pc:spChg>
        <pc:spChg chg="add mod">
          <ac:chgData name="Louisa Linkas" userId="b5954122-17db-4193-b575-95f63f01001a" providerId="ADAL" clId="{5C9DDE0B-84D2-5347-A66D-489676A6707F}" dt="2026-04-19T01:52:19.839" v="2374"/>
          <ac:spMkLst>
            <pc:docMk/>
            <pc:sldMk cId="1962547533" sldId="274"/>
            <ac:spMk id="134" creationId="{84FCF57A-4B0F-624D-A7B1-DE35EFAB02C4}"/>
          </ac:spMkLst>
        </pc:spChg>
        <pc:spChg chg="add mod">
          <ac:chgData name="Louisa Linkas" userId="b5954122-17db-4193-b575-95f63f01001a" providerId="ADAL" clId="{5C9DDE0B-84D2-5347-A66D-489676A6707F}" dt="2026-04-19T01:52:19.841" v="2384"/>
          <ac:spMkLst>
            <pc:docMk/>
            <pc:sldMk cId="1962547533" sldId="274"/>
            <ac:spMk id="135" creationId="{526C3134-CC57-C042-B884-2F203C674590}"/>
          </ac:spMkLst>
        </pc:spChg>
        <pc:spChg chg="add mod">
          <ac:chgData name="Louisa Linkas" userId="b5954122-17db-4193-b575-95f63f01001a" providerId="ADAL" clId="{5C9DDE0B-84D2-5347-A66D-489676A6707F}" dt="2026-04-19T01:52:19.844" v="2394"/>
          <ac:spMkLst>
            <pc:docMk/>
            <pc:sldMk cId="1962547533" sldId="274"/>
            <ac:spMk id="136" creationId="{97D12A96-ABBB-A14C-8D66-82D40813160B}"/>
          </ac:spMkLst>
        </pc:spChg>
        <pc:spChg chg="add mod">
          <ac:chgData name="Louisa Linkas" userId="b5954122-17db-4193-b575-95f63f01001a" providerId="ADAL" clId="{5C9DDE0B-84D2-5347-A66D-489676A6707F}" dt="2026-04-19T01:52:19.846" v="2404"/>
          <ac:spMkLst>
            <pc:docMk/>
            <pc:sldMk cId="1962547533" sldId="274"/>
            <ac:spMk id="137" creationId="{B7E98366-7EBE-3841-9513-2FFC2A7FB968}"/>
          </ac:spMkLst>
        </pc:spChg>
        <pc:spChg chg="add mod">
          <ac:chgData name="Louisa Linkas" userId="b5954122-17db-4193-b575-95f63f01001a" providerId="ADAL" clId="{5C9DDE0B-84D2-5347-A66D-489676A6707F}" dt="2026-04-19T01:52:19.849" v="2414"/>
          <ac:spMkLst>
            <pc:docMk/>
            <pc:sldMk cId="1962547533" sldId="274"/>
            <ac:spMk id="138" creationId="{B84D531C-7A7D-5444-A2F7-AB393B0C9C88}"/>
          </ac:spMkLst>
        </pc:spChg>
        <pc:spChg chg="add mod">
          <ac:chgData name="Louisa Linkas" userId="b5954122-17db-4193-b575-95f63f01001a" providerId="ADAL" clId="{5C9DDE0B-84D2-5347-A66D-489676A6707F}" dt="2026-04-19T01:52:19.851" v="2424"/>
          <ac:spMkLst>
            <pc:docMk/>
            <pc:sldMk cId="1962547533" sldId="274"/>
            <ac:spMk id="139" creationId="{99CC595A-5BD9-9B47-A3FE-5514A0C06CD8}"/>
          </ac:spMkLst>
        </pc:spChg>
        <pc:spChg chg="add mod">
          <ac:chgData name="Louisa Linkas" userId="b5954122-17db-4193-b575-95f63f01001a" providerId="ADAL" clId="{5C9DDE0B-84D2-5347-A66D-489676A6707F}" dt="2026-04-19T01:52:19.854" v="2434"/>
          <ac:spMkLst>
            <pc:docMk/>
            <pc:sldMk cId="1962547533" sldId="274"/>
            <ac:spMk id="140" creationId="{37AE212A-99FD-3A45-8E5A-E29DA8A7DBDC}"/>
          </ac:spMkLst>
        </pc:spChg>
        <pc:spChg chg="add mod">
          <ac:chgData name="Louisa Linkas" userId="b5954122-17db-4193-b575-95f63f01001a" providerId="ADAL" clId="{5C9DDE0B-84D2-5347-A66D-489676A6707F}" dt="2026-04-19T01:52:19.854" v="2437"/>
          <ac:spMkLst>
            <pc:docMk/>
            <pc:sldMk cId="1962547533" sldId="274"/>
            <ac:spMk id="141" creationId="{63E67931-09AF-DF42-A600-70CC21B6552C}"/>
          </ac:spMkLst>
        </pc:spChg>
        <pc:spChg chg="add mod">
          <ac:chgData name="Louisa Linkas" userId="b5954122-17db-4193-b575-95f63f01001a" providerId="ADAL" clId="{5C9DDE0B-84D2-5347-A66D-489676A6707F}" dt="2026-04-19T01:52:19.857" v="2446"/>
          <ac:spMkLst>
            <pc:docMk/>
            <pc:sldMk cId="1962547533" sldId="274"/>
            <ac:spMk id="142" creationId="{E35D3FA2-E58D-2F48-913E-ADBECF942E78}"/>
          </ac:spMkLst>
        </pc:spChg>
        <pc:spChg chg="add mod">
          <ac:chgData name="Louisa Linkas" userId="b5954122-17db-4193-b575-95f63f01001a" providerId="ADAL" clId="{5C9DDE0B-84D2-5347-A66D-489676A6707F}" dt="2026-04-19T01:52:19.859" v="2455"/>
          <ac:spMkLst>
            <pc:docMk/>
            <pc:sldMk cId="1962547533" sldId="274"/>
            <ac:spMk id="143" creationId="{1294391B-027C-4E4E-833F-738F34C325A2}"/>
          </ac:spMkLst>
        </pc:spChg>
        <pc:spChg chg="add mod">
          <ac:chgData name="Louisa Linkas" userId="b5954122-17db-4193-b575-95f63f01001a" providerId="ADAL" clId="{5C9DDE0B-84D2-5347-A66D-489676A6707F}" dt="2026-04-19T01:52:19.861" v="2464"/>
          <ac:spMkLst>
            <pc:docMk/>
            <pc:sldMk cId="1962547533" sldId="274"/>
            <ac:spMk id="144" creationId="{61D24A7D-7A25-C949-9B30-12FD281B6842}"/>
          </ac:spMkLst>
        </pc:spChg>
        <pc:spChg chg="add mod">
          <ac:chgData name="Louisa Linkas" userId="b5954122-17db-4193-b575-95f63f01001a" providerId="ADAL" clId="{5C9DDE0B-84D2-5347-A66D-489676A6707F}" dt="2026-04-19T01:52:19.863" v="2473"/>
          <ac:spMkLst>
            <pc:docMk/>
            <pc:sldMk cId="1962547533" sldId="274"/>
            <ac:spMk id="145" creationId="{32F0CF32-4592-E44B-950D-75FCE4EBEA34}"/>
          </ac:spMkLst>
        </pc:spChg>
        <pc:spChg chg="add mod">
          <ac:chgData name="Louisa Linkas" userId="b5954122-17db-4193-b575-95f63f01001a" providerId="ADAL" clId="{5C9DDE0B-84D2-5347-A66D-489676A6707F}" dt="2026-04-19T01:52:19.865" v="2482"/>
          <ac:spMkLst>
            <pc:docMk/>
            <pc:sldMk cId="1962547533" sldId="274"/>
            <ac:spMk id="146" creationId="{DA23477F-91FF-2745-87C1-F34E4067572A}"/>
          </ac:spMkLst>
        </pc:spChg>
        <pc:spChg chg="add mod">
          <ac:chgData name="Louisa Linkas" userId="b5954122-17db-4193-b575-95f63f01001a" providerId="ADAL" clId="{5C9DDE0B-84D2-5347-A66D-489676A6707F}" dt="2026-04-19T01:52:19.867" v="2491"/>
          <ac:spMkLst>
            <pc:docMk/>
            <pc:sldMk cId="1962547533" sldId="274"/>
            <ac:spMk id="147" creationId="{CF13DB73-DCB7-F64C-A1AD-B2E6FB43FEA9}"/>
          </ac:spMkLst>
        </pc:spChg>
        <pc:spChg chg="add mod">
          <ac:chgData name="Louisa Linkas" userId="b5954122-17db-4193-b575-95f63f01001a" providerId="ADAL" clId="{5C9DDE0B-84D2-5347-A66D-489676A6707F}" dt="2026-04-19T01:52:19.868" v="2494"/>
          <ac:spMkLst>
            <pc:docMk/>
            <pc:sldMk cId="1962547533" sldId="274"/>
            <ac:spMk id="148" creationId="{EF001DBF-B4AD-954E-9CDA-CB587B4061A4}"/>
          </ac:spMkLst>
        </pc:spChg>
        <pc:spChg chg="add mod">
          <ac:chgData name="Louisa Linkas" userId="b5954122-17db-4193-b575-95f63f01001a" providerId="ADAL" clId="{5C9DDE0B-84D2-5347-A66D-489676A6707F}" dt="2026-04-19T01:52:19.870" v="2503"/>
          <ac:spMkLst>
            <pc:docMk/>
            <pc:sldMk cId="1962547533" sldId="274"/>
            <ac:spMk id="149" creationId="{160C0032-9DAA-884A-B179-4DEA4F1B6C2E}"/>
          </ac:spMkLst>
        </pc:spChg>
        <pc:spChg chg="add mod">
          <ac:chgData name="Louisa Linkas" userId="b5954122-17db-4193-b575-95f63f01001a" providerId="ADAL" clId="{5C9DDE0B-84D2-5347-A66D-489676A6707F}" dt="2026-04-19T01:52:19.873" v="2512"/>
          <ac:spMkLst>
            <pc:docMk/>
            <pc:sldMk cId="1962547533" sldId="274"/>
            <ac:spMk id="150" creationId="{442124DC-AD37-1F47-9E33-937C76ADCF8C}"/>
          </ac:spMkLst>
        </pc:spChg>
        <pc:spChg chg="add mod">
          <ac:chgData name="Louisa Linkas" userId="b5954122-17db-4193-b575-95f63f01001a" providerId="ADAL" clId="{5C9DDE0B-84D2-5347-A66D-489676A6707F}" dt="2026-04-19T01:52:19.875" v="2521"/>
          <ac:spMkLst>
            <pc:docMk/>
            <pc:sldMk cId="1962547533" sldId="274"/>
            <ac:spMk id="151" creationId="{BCD4A7ED-DFC8-9E43-9446-DF92D6B89CDA}"/>
          </ac:spMkLst>
        </pc:spChg>
        <pc:spChg chg="add mod">
          <ac:chgData name="Louisa Linkas" userId="b5954122-17db-4193-b575-95f63f01001a" providerId="ADAL" clId="{5C9DDE0B-84D2-5347-A66D-489676A6707F}" dt="2026-04-19T01:52:19.877" v="2530"/>
          <ac:spMkLst>
            <pc:docMk/>
            <pc:sldMk cId="1962547533" sldId="274"/>
            <ac:spMk id="152" creationId="{9CEE49A3-63DD-524C-ABC5-90662ABB4400}"/>
          </ac:spMkLst>
        </pc:spChg>
        <pc:spChg chg="add mod">
          <ac:chgData name="Louisa Linkas" userId="b5954122-17db-4193-b575-95f63f01001a" providerId="ADAL" clId="{5C9DDE0B-84D2-5347-A66D-489676A6707F}" dt="2026-04-19T01:52:19.879" v="2539"/>
          <ac:spMkLst>
            <pc:docMk/>
            <pc:sldMk cId="1962547533" sldId="274"/>
            <ac:spMk id="153" creationId="{5ED4602A-7F9C-8545-A566-D6F22A67E0DE}"/>
          </ac:spMkLst>
        </pc:spChg>
        <pc:spChg chg="add mod">
          <ac:chgData name="Louisa Linkas" userId="b5954122-17db-4193-b575-95f63f01001a" providerId="ADAL" clId="{5C9DDE0B-84D2-5347-A66D-489676A6707F}" dt="2026-04-19T01:52:19.881" v="2548"/>
          <ac:spMkLst>
            <pc:docMk/>
            <pc:sldMk cId="1962547533" sldId="274"/>
            <ac:spMk id="154" creationId="{C0E0DE09-8F3D-404C-94FF-66999F2CE6E2}"/>
          </ac:spMkLst>
        </pc:spChg>
        <pc:spChg chg="add mod">
          <ac:chgData name="Louisa Linkas" userId="b5954122-17db-4193-b575-95f63f01001a" providerId="ADAL" clId="{5C9DDE0B-84D2-5347-A66D-489676A6707F}" dt="2026-04-19T01:52:19.882" v="2551"/>
          <ac:spMkLst>
            <pc:docMk/>
            <pc:sldMk cId="1962547533" sldId="274"/>
            <ac:spMk id="155" creationId="{E873B233-12CF-1D4D-891B-83C502F2F462}"/>
          </ac:spMkLst>
        </pc:spChg>
        <pc:spChg chg="add mod">
          <ac:chgData name="Louisa Linkas" userId="b5954122-17db-4193-b575-95f63f01001a" providerId="ADAL" clId="{5C9DDE0B-84D2-5347-A66D-489676A6707F}" dt="2026-04-19T01:52:19.884" v="2560"/>
          <ac:spMkLst>
            <pc:docMk/>
            <pc:sldMk cId="1962547533" sldId="274"/>
            <ac:spMk id="156" creationId="{9F5A5623-D1CF-4A46-950B-76428378AF99}"/>
          </ac:spMkLst>
        </pc:spChg>
        <pc:spChg chg="add mod">
          <ac:chgData name="Louisa Linkas" userId="b5954122-17db-4193-b575-95f63f01001a" providerId="ADAL" clId="{5C9DDE0B-84D2-5347-A66D-489676A6707F}" dt="2026-04-19T01:52:19.886" v="2569"/>
          <ac:spMkLst>
            <pc:docMk/>
            <pc:sldMk cId="1962547533" sldId="274"/>
            <ac:spMk id="157" creationId="{FFDD28C3-228B-E545-BEF0-122603B1AB9D}"/>
          </ac:spMkLst>
        </pc:spChg>
        <pc:spChg chg="add mod">
          <ac:chgData name="Louisa Linkas" userId="b5954122-17db-4193-b575-95f63f01001a" providerId="ADAL" clId="{5C9DDE0B-84D2-5347-A66D-489676A6707F}" dt="2026-04-19T01:52:19.888" v="2578"/>
          <ac:spMkLst>
            <pc:docMk/>
            <pc:sldMk cId="1962547533" sldId="274"/>
            <ac:spMk id="158" creationId="{CD54B5BC-3FBB-D949-95B0-941CDDB59204}"/>
          </ac:spMkLst>
        </pc:spChg>
        <pc:spChg chg="add mod">
          <ac:chgData name="Louisa Linkas" userId="b5954122-17db-4193-b575-95f63f01001a" providerId="ADAL" clId="{5C9DDE0B-84D2-5347-A66D-489676A6707F}" dt="2026-04-19T01:52:19.890" v="2587"/>
          <ac:spMkLst>
            <pc:docMk/>
            <pc:sldMk cId="1962547533" sldId="274"/>
            <ac:spMk id="159" creationId="{6732120F-FA33-F84E-A6A4-572564C97E91}"/>
          </ac:spMkLst>
        </pc:spChg>
        <pc:spChg chg="add mod">
          <ac:chgData name="Louisa Linkas" userId="b5954122-17db-4193-b575-95f63f01001a" providerId="ADAL" clId="{5C9DDE0B-84D2-5347-A66D-489676A6707F}" dt="2026-04-19T01:52:19.892" v="2596"/>
          <ac:spMkLst>
            <pc:docMk/>
            <pc:sldMk cId="1962547533" sldId="274"/>
            <ac:spMk id="160" creationId="{E3337A6A-A982-054D-BD66-B490DD1F5A93}"/>
          </ac:spMkLst>
        </pc:spChg>
        <pc:spChg chg="add mod">
          <ac:chgData name="Louisa Linkas" userId="b5954122-17db-4193-b575-95f63f01001a" providerId="ADAL" clId="{5C9DDE0B-84D2-5347-A66D-489676A6707F}" dt="2026-04-19T01:52:19.895" v="2605"/>
          <ac:spMkLst>
            <pc:docMk/>
            <pc:sldMk cId="1962547533" sldId="274"/>
            <ac:spMk id="161" creationId="{605D91E5-B7E7-EE4D-966D-CA23718D5DFA}"/>
          </ac:spMkLst>
        </pc:spChg>
        <pc:spChg chg="add mod">
          <ac:chgData name="Louisa Linkas" userId="b5954122-17db-4193-b575-95f63f01001a" providerId="ADAL" clId="{5C9DDE0B-84D2-5347-A66D-489676A6707F}" dt="2026-04-19T01:52:19.895" v="2608"/>
          <ac:spMkLst>
            <pc:docMk/>
            <pc:sldMk cId="1962547533" sldId="274"/>
            <ac:spMk id="162" creationId="{03851F57-742A-3543-B29B-10ECE0A2E493}"/>
          </ac:spMkLst>
        </pc:spChg>
        <pc:spChg chg="add mod">
          <ac:chgData name="Louisa Linkas" userId="b5954122-17db-4193-b575-95f63f01001a" providerId="ADAL" clId="{5C9DDE0B-84D2-5347-A66D-489676A6707F}" dt="2026-04-19T01:52:19.896" v="2612"/>
          <ac:spMkLst>
            <pc:docMk/>
            <pc:sldMk cId="1962547533" sldId="274"/>
            <ac:spMk id="163" creationId="{21D7EBE9-06C5-F244-89D4-9A72E39B1733}"/>
          </ac:spMkLst>
        </pc:spChg>
        <pc:spChg chg="add mod">
          <ac:chgData name="Louisa Linkas" userId="b5954122-17db-4193-b575-95f63f01001a" providerId="ADAL" clId="{5C9DDE0B-84D2-5347-A66D-489676A6707F}" dt="2026-04-19T01:52:19.899" v="2622"/>
          <ac:spMkLst>
            <pc:docMk/>
            <pc:sldMk cId="1962547533" sldId="274"/>
            <ac:spMk id="164" creationId="{90045C48-84FE-7248-ADE1-BAB22A5F4EE0}"/>
          </ac:spMkLst>
        </pc:spChg>
        <pc:spChg chg="add mod">
          <ac:chgData name="Louisa Linkas" userId="b5954122-17db-4193-b575-95f63f01001a" providerId="ADAL" clId="{5C9DDE0B-84D2-5347-A66D-489676A6707F}" dt="2026-04-19T01:52:19.901" v="2632"/>
          <ac:spMkLst>
            <pc:docMk/>
            <pc:sldMk cId="1962547533" sldId="274"/>
            <ac:spMk id="165" creationId="{DF597583-BFCD-2C49-AB5A-44C4A3EC8E1A}"/>
          </ac:spMkLst>
        </pc:spChg>
        <pc:spChg chg="add mod">
          <ac:chgData name="Louisa Linkas" userId="b5954122-17db-4193-b575-95f63f01001a" providerId="ADAL" clId="{5C9DDE0B-84D2-5347-A66D-489676A6707F}" dt="2026-04-19T01:52:19.903" v="2642"/>
          <ac:spMkLst>
            <pc:docMk/>
            <pc:sldMk cId="1962547533" sldId="274"/>
            <ac:spMk id="166" creationId="{E08AAA67-49B0-7B4E-B8D4-7B9E3A4734D2}"/>
          </ac:spMkLst>
        </pc:spChg>
        <pc:spChg chg="add mod">
          <ac:chgData name="Louisa Linkas" userId="b5954122-17db-4193-b575-95f63f01001a" providerId="ADAL" clId="{5C9DDE0B-84D2-5347-A66D-489676A6707F}" dt="2026-04-19T01:52:19.906" v="2652"/>
          <ac:spMkLst>
            <pc:docMk/>
            <pc:sldMk cId="1962547533" sldId="274"/>
            <ac:spMk id="167" creationId="{6B24ABC3-2216-E242-A79E-E15AF2CBF86B}"/>
          </ac:spMkLst>
        </pc:spChg>
        <pc:spChg chg="add mod">
          <ac:chgData name="Louisa Linkas" userId="b5954122-17db-4193-b575-95f63f01001a" providerId="ADAL" clId="{5C9DDE0B-84D2-5347-A66D-489676A6707F}" dt="2026-04-19T01:52:19.908" v="2662"/>
          <ac:spMkLst>
            <pc:docMk/>
            <pc:sldMk cId="1962547533" sldId="274"/>
            <ac:spMk id="168" creationId="{91CC29DE-76F5-1C49-882D-96FA8273CAD6}"/>
          </ac:spMkLst>
        </pc:spChg>
        <pc:spChg chg="add mod">
          <ac:chgData name="Louisa Linkas" userId="b5954122-17db-4193-b575-95f63f01001a" providerId="ADAL" clId="{5C9DDE0B-84D2-5347-A66D-489676A6707F}" dt="2026-04-19T01:52:19.911" v="2672"/>
          <ac:spMkLst>
            <pc:docMk/>
            <pc:sldMk cId="1962547533" sldId="274"/>
            <ac:spMk id="169" creationId="{9FF60338-E34D-B140-AB3F-E5D167313937}"/>
          </ac:spMkLst>
        </pc:spChg>
        <pc:spChg chg="add mod">
          <ac:chgData name="Louisa Linkas" userId="b5954122-17db-4193-b575-95f63f01001a" providerId="ADAL" clId="{5C9DDE0B-84D2-5347-A66D-489676A6707F}" dt="2026-04-19T01:52:19.913" v="2682"/>
          <ac:spMkLst>
            <pc:docMk/>
            <pc:sldMk cId="1962547533" sldId="274"/>
            <ac:spMk id="170" creationId="{3BBD4739-0B8D-9C40-A5F5-AD91F32CDB1D}"/>
          </ac:spMkLst>
        </pc:spChg>
        <pc:spChg chg="add mod">
          <ac:chgData name="Louisa Linkas" userId="b5954122-17db-4193-b575-95f63f01001a" providerId="ADAL" clId="{5C9DDE0B-84D2-5347-A66D-489676A6707F}" dt="2026-04-19T01:52:19.915" v="2692"/>
          <ac:spMkLst>
            <pc:docMk/>
            <pc:sldMk cId="1962547533" sldId="274"/>
            <ac:spMk id="171" creationId="{B627EE14-7DD2-3D4C-A664-C8EEA97A9FC0}"/>
          </ac:spMkLst>
        </pc:spChg>
        <pc:picChg chg="add del mod">
          <ac:chgData name="Louisa Linkas" userId="b5954122-17db-4193-b575-95f63f01001a" providerId="ADAL" clId="{5C9DDE0B-84D2-5347-A66D-489676A6707F}" dt="2026-04-19T01:17:05.252" v="1949"/>
          <ac:picMkLst>
            <pc:docMk/>
            <pc:sldMk cId="1962547533" sldId="274"/>
            <ac:picMk id="74" creationId="{14C9FED7-E8F7-0832-CD59-E213DC33F781}"/>
          </ac:picMkLst>
        </pc:picChg>
        <pc:picChg chg="add del mod">
          <ac:chgData name="Louisa Linkas" userId="b5954122-17db-4193-b575-95f63f01001a" providerId="ADAL" clId="{5C9DDE0B-84D2-5347-A66D-489676A6707F}" dt="2026-04-19T01:52:19.724" v="2057"/>
          <ac:picMkLst>
            <pc:docMk/>
            <pc:sldMk cId="1962547533" sldId="274"/>
            <ac:picMk id="85" creationId="{9A446E57-D2C6-AFCF-DC85-0D88355DB590}"/>
          </ac:picMkLst>
        </pc:picChg>
        <pc:picChg chg="add del mod">
          <ac:chgData name="Louisa Linkas" userId="b5954122-17db-4193-b575-95f63f01001a" providerId="ADAL" clId="{5C9DDE0B-84D2-5347-A66D-489676A6707F}" dt="2026-04-19T01:52:19.727" v="2069"/>
          <ac:picMkLst>
            <pc:docMk/>
            <pc:sldMk cId="1962547533" sldId="274"/>
            <ac:picMk id="97" creationId="{61FF46A2-692A-642A-DA77-D8CB8D01EF65}"/>
          </ac:picMkLst>
        </pc:picChg>
      </pc:sldChg>
      <pc:sldChg chg="addSp modSp new del mod">
        <pc:chgData name="Louisa Linkas" userId="b5954122-17db-4193-b575-95f63f01001a" providerId="ADAL" clId="{5C9DDE0B-84D2-5347-A66D-489676A6707F}" dt="2026-04-18T23:52:47.694" v="1184"/>
        <pc:sldMkLst>
          <pc:docMk/>
          <pc:sldMk cId="4227112268" sldId="274"/>
        </pc:sldMkLst>
        <pc:spChg chg="add mod">
          <ac:chgData name="Louisa Linkas" userId="b5954122-17db-4193-b575-95f63f01001a" providerId="ADAL" clId="{5C9DDE0B-84D2-5347-A66D-489676A6707F}" dt="2026-04-18T23:51:59.611" v="590"/>
          <ac:spMkLst>
            <pc:docMk/>
            <pc:sldMk cId="4227112268" sldId="274"/>
            <ac:spMk id="2" creationId="{EE42AE87-4FEC-0642-A29B-3122FC248CAA}"/>
          </ac:spMkLst>
        </pc:spChg>
        <pc:spChg chg="add mod">
          <ac:chgData name="Louisa Linkas" userId="b5954122-17db-4193-b575-95f63f01001a" providerId="ADAL" clId="{5C9DDE0B-84D2-5347-A66D-489676A6707F}" dt="2026-04-18T23:51:59.614" v="600"/>
          <ac:spMkLst>
            <pc:docMk/>
            <pc:sldMk cId="4227112268" sldId="274"/>
            <ac:spMk id="3" creationId="{238D58BB-30EB-8F4D-B65E-39B057F54F62}"/>
          </ac:spMkLst>
        </pc:spChg>
        <pc:spChg chg="add mod">
          <ac:chgData name="Louisa Linkas" userId="b5954122-17db-4193-b575-95f63f01001a" providerId="ADAL" clId="{5C9DDE0B-84D2-5347-A66D-489676A6707F}" dt="2026-04-18T23:51:59.615" v="603"/>
          <ac:spMkLst>
            <pc:docMk/>
            <pc:sldMk cId="4227112268" sldId="274"/>
            <ac:spMk id="4" creationId="{163CCC50-77AA-A245-B31E-D4A6241D40FA}"/>
          </ac:spMkLst>
        </pc:spChg>
        <pc:spChg chg="add mod">
          <ac:chgData name="Louisa Linkas" userId="b5954122-17db-4193-b575-95f63f01001a" providerId="ADAL" clId="{5C9DDE0B-84D2-5347-A66D-489676A6707F}" dt="2026-04-18T23:51:59.618" v="608"/>
          <ac:spMkLst>
            <pc:docMk/>
            <pc:sldMk cId="4227112268" sldId="274"/>
            <ac:spMk id="5" creationId="{296F0764-1F69-154B-B38D-EA12EA07103D}"/>
          </ac:spMkLst>
        </pc:spChg>
        <pc:spChg chg="add mod">
          <ac:chgData name="Louisa Linkas" userId="b5954122-17db-4193-b575-95f63f01001a" providerId="ADAL" clId="{5C9DDE0B-84D2-5347-A66D-489676A6707F}" dt="2026-04-18T23:51:59.620" v="618"/>
          <ac:spMkLst>
            <pc:docMk/>
            <pc:sldMk cId="4227112268" sldId="274"/>
            <ac:spMk id="6" creationId="{53D28E3C-A396-4041-BE92-2D3AC96D608C}"/>
          </ac:spMkLst>
        </pc:spChg>
        <pc:spChg chg="add mod">
          <ac:chgData name="Louisa Linkas" userId="b5954122-17db-4193-b575-95f63f01001a" providerId="ADAL" clId="{5C9DDE0B-84D2-5347-A66D-489676A6707F}" dt="2026-04-18T23:51:59.623" v="628"/>
          <ac:spMkLst>
            <pc:docMk/>
            <pc:sldMk cId="4227112268" sldId="274"/>
            <ac:spMk id="7" creationId="{A803C222-E42C-3C47-9BB4-CF10335AE65E}"/>
          </ac:spMkLst>
        </pc:spChg>
        <pc:spChg chg="add mod">
          <ac:chgData name="Louisa Linkas" userId="b5954122-17db-4193-b575-95f63f01001a" providerId="ADAL" clId="{5C9DDE0B-84D2-5347-A66D-489676A6707F}" dt="2026-04-18T23:51:59.625" v="638"/>
          <ac:spMkLst>
            <pc:docMk/>
            <pc:sldMk cId="4227112268" sldId="274"/>
            <ac:spMk id="8" creationId="{21983FAB-E45A-FD4F-A5B1-77B3775C6042}"/>
          </ac:spMkLst>
        </pc:spChg>
        <pc:spChg chg="add mod">
          <ac:chgData name="Louisa Linkas" userId="b5954122-17db-4193-b575-95f63f01001a" providerId="ADAL" clId="{5C9DDE0B-84D2-5347-A66D-489676A6707F}" dt="2026-04-18T23:51:59.627" v="648"/>
          <ac:spMkLst>
            <pc:docMk/>
            <pc:sldMk cId="4227112268" sldId="274"/>
            <ac:spMk id="9" creationId="{99CE087E-070D-3240-9F66-4CA306F52E40}"/>
          </ac:spMkLst>
        </pc:spChg>
        <pc:spChg chg="add mod">
          <ac:chgData name="Louisa Linkas" userId="b5954122-17db-4193-b575-95f63f01001a" providerId="ADAL" clId="{5C9DDE0B-84D2-5347-A66D-489676A6707F}" dt="2026-04-18T23:51:59.629" v="658"/>
          <ac:spMkLst>
            <pc:docMk/>
            <pc:sldMk cId="4227112268" sldId="274"/>
            <ac:spMk id="10" creationId="{FA7C5228-3EE5-F84E-A73F-233BB1D84E48}"/>
          </ac:spMkLst>
        </pc:spChg>
        <pc:spChg chg="add mod">
          <ac:chgData name="Louisa Linkas" userId="b5954122-17db-4193-b575-95f63f01001a" providerId="ADAL" clId="{5C9DDE0B-84D2-5347-A66D-489676A6707F}" dt="2026-04-18T23:51:59.632" v="668"/>
          <ac:spMkLst>
            <pc:docMk/>
            <pc:sldMk cId="4227112268" sldId="274"/>
            <ac:spMk id="11" creationId="{BE51CC2A-DA75-C442-A17C-2AA221E6660A}"/>
          </ac:spMkLst>
        </pc:spChg>
        <pc:spChg chg="add mod">
          <ac:chgData name="Louisa Linkas" userId="b5954122-17db-4193-b575-95f63f01001a" providerId="ADAL" clId="{5C9DDE0B-84D2-5347-A66D-489676A6707F}" dt="2026-04-18T23:51:59.634" v="677"/>
          <ac:spMkLst>
            <pc:docMk/>
            <pc:sldMk cId="4227112268" sldId="274"/>
            <ac:spMk id="12" creationId="{8FCFA741-59CC-8843-9426-68BCD6C5C654}"/>
          </ac:spMkLst>
        </pc:spChg>
        <pc:spChg chg="add mod">
          <ac:chgData name="Louisa Linkas" userId="b5954122-17db-4193-b575-95f63f01001a" providerId="ADAL" clId="{5C9DDE0B-84D2-5347-A66D-489676A6707F}" dt="2026-04-18T23:51:59.636" v="686"/>
          <ac:spMkLst>
            <pc:docMk/>
            <pc:sldMk cId="4227112268" sldId="274"/>
            <ac:spMk id="13" creationId="{3F8E2E9B-304D-384B-B1C0-5928C1E4476C}"/>
          </ac:spMkLst>
        </pc:spChg>
        <pc:spChg chg="add mod">
          <ac:chgData name="Louisa Linkas" userId="b5954122-17db-4193-b575-95f63f01001a" providerId="ADAL" clId="{5C9DDE0B-84D2-5347-A66D-489676A6707F}" dt="2026-04-18T23:51:59.638" v="695"/>
          <ac:spMkLst>
            <pc:docMk/>
            <pc:sldMk cId="4227112268" sldId="274"/>
            <ac:spMk id="14" creationId="{9B750BF9-E46B-7042-A67B-107D6C7D57BA}"/>
          </ac:spMkLst>
        </pc:spChg>
        <pc:spChg chg="add mod">
          <ac:chgData name="Louisa Linkas" userId="b5954122-17db-4193-b575-95f63f01001a" providerId="ADAL" clId="{5C9DDE0B-84D2-5347-A66D-489676A6707F}" dt="2026-04-18T23:51:59.640" v="704"/>
          <ac:spMkLst>
            <pc:docMk/>
            <pc:sldMk cId="4227112268" sldId="274"/>
            <ac:spMk id="15" creationId="{BAF8BA28-ED81-CE4C-AEC5-97205BED8E8D}"/>
          </ac:spMkLst>
        </pc:spChg>
        <pc:spChg chg="add mod">
          <ac:chgData name="Louisa Linkas" userId="b5954122-17db-4193-b575-95f63f01001a" providerId="ADAL" clId="{5C9DDE0B-84D2-5347-A66D-489676A6707F}" dt="2026-04-18T23:51:59.642" v="713"/>
          <ac:spMkLst>
            <pc:docMk/>
            <pc:sldMk cId="4227112268" sldId="274"/>
            <ac:spMk id="16" creationId="{2AD57AB6-2992-4640-977B-08F6EA51C4FF}"/>
          </ac:spMkLst>
        </pc:spChg>
        <pc:spChg chg="add mod">
          <ac:chgData name="Louisa Linkas" userId="b5954122-17db-4193-b575-95f63f01001a" providerId="ADAL" clId="{5C9DDE0B-84D2-5347-A66D-489676A6707F}" dt="2026-04-18T23:51:59.644" v="722"/>
          <ac:spMkLst>
            <pc:docMk/>
            <pc:sldMk cId="4227112268" sldId="274"/>
            <ac:spMk id="17" creationId="{A3BB5009-46F5-1A4B-9360-E52325EA907A}"/>
          </ac:spMkLst>
        </pc:spChg>
        <pc:spChg chg="add mod">
          <ac:chgData name="Louisa Linkas" userId="b5954122-17db-4193-b575-95f63f01001a" providerId="ADAL" clId="{5C9DDE0B-84D2-5347-A66D-489676A6707F}" dt="2026-04-18T23:51:59.645" v="725"/>
          <ac:spMkLst>
            <pc:docMk/>
            <pc:sldMk cId="4227112268" sldId="274"/>
            <ac:spMk id="18" creationId="{2F3BC797-B77B-E24B-98A4-1D9FCD8A5D22}"/>
          </ac:spMkLst>
        </pc:spChg>
        <pc:spChg chg="add mod">
          <ac:chgData name="Louisa Linkas" userId="b5954122-17db-4193-b575-95f63f01001a" providerId="ADAL" clId="{5C9DDE0B-84D2-5347-A66D-489676A6707F}" dt="2026-04-18T23:51:59.647" v="734"/>
          <ac:spMkLst>
            <pc:docMk/>
            <pc:sldMk cId="4227112268" sldId="274"/>
            <ac:spMk id="19" creationId="{585EA5F5-F12F-C047-B30F-C58A24E909A9}"/>
          </ac:spMkLst>
        </pc:spChg>
        <pc:spChg chg="add mod">
          <ac:chgData name="Louisa Linkas" userId="b5954122-17db-4193-b575-95f63f01001a" providerId="ADAL" clId="{5C9DDE0B-84D2-5347-A66D-489676A6707F}" dt="2026-04-18T23:51:59.649" v="743"/>
          <ac:spMkLst>
            <pc:docMk/>
            <pc:sldMk cId="4227112268" sldId="274"/>
            <ac:spMk id="20" creationId="{C1BAC1CD-ACDC-464A-912D-04C3841A3303}"/>
          </ac:spMkLst>
        </pc:spChg>
        <pc:spChg chg="add mod">
          <ac:chgData name="Louisa Linkas" userId="b5954122-17db-4193-b575-95f63f01001a" providerId="ADAL" clId="{5C9DDE0B-84D2-5347-A66D-489676A6707F}" dt="2026-04-18T23:51:59.651" v="752"/>
          <ac:spMkLst>
            <pc:docMk/>
            <pc:sldMk cId="4227112268" sldId="274"/>
            <ac:spMk id="21" creationId="{094BD6C4-98A1-4F48-8335-AC0BDCC3CB6E}"/>
          </ac:spMkLst>
        </pc:spChg>
        <pc:spChg chg="add mod">
          <ac:chgData name="Louisa Linkas" userId="b5954122-17db-4193-b575-95f63f01001a" providerId="ADAL" clId="{5C9DDE0B-84D2-5347-A66D-489676A6707F}" dt="2026-04-18T23:51:59.653" v="761"/>
          <ac:spMkLst>
            <pc:docMk/>
            <pc:sldMk cId="4227112268" sldId="274"/>
            <ac:spMk id="22" creationId="{96D7BAD4-3788-5241-9432-60FA891AED2F}"/>
          </ac:spMkLst>
        </pc:spChg>
        <pc:spChg chg="add mod">
          <ac:chgData name="Louisa Linkas" userId="b5954122-17db-4193-b575-95f63f01001a" providerId="ADAL" clId="{5C9DDE0B-84D2-5347-A66D-489676A6707F}" dt="2026-04-18T23:51:59.655" v="770"/>
          <ac:spMkLst>
            <pc:docMk/>
            <pc:sldMk cId="4227112268" sldId="274"/>
            <ac:spMk id="23" creationId="{7F369E62-4812-8440-85B5-C018680A7D72}"/>
          </ac:spMkLst>
        </pc:spChg>
        <pc:spChg chg="add mod">
          <ac:chgData name="Louisa Linkas" userId="b5954122-17db-4193-b575-95f63f01001a" providerId="ADAL" clId="{5C9DDE0B-84D2-5347-A66D-489676A6707F}" dt="2026-04-18T23:51:59.657" v="779"/>
          <ac:spMkLst>
            <pc:docMk/>
            <pc:sldMk cId="4227112268" sldId="274"/>
            <ac:spMk id="24" creationId="{392B0E3C-D059-5A4D-8E07-3ED802C4C125}"/>
          </ac:spMkLst>
        </pc:spChg>
        <pc:spChg chg="add mod">
          <ac:chgData name="Louisa Linkas" userId="b5954122-17db-4193-b575-95f63f01001a" providerId="ADAL" clId="{5C9DDE0B-84D2-5347-A66D-489676A6707F}" dt="2026-04-18T23:51:59.658" v="782"/>
          <ac:spMkLst>
            <pc:docMk/>
            <pc:sldMk cId="4227112268" sldId="274"/>
            <ac:spMk id="25" creationId="{5B7054EB-C2CD-A24C-B2A1-AD5938B8ADCF}"/>
          </ac:spMkLst>
        </pc:spChg>
        <pc:spChg chg="add mod">
          <ac:chgData name="Louisa Linkas" userId="b5954122-17db-4193-b575-95f63f01001a" providerId="ADAL" clId="{5C9DDE0B-84D2-5347-A66D-489676A6707F}" dt="2026-04-18T23:51:59.660" v="791"/>
          <ac:spMkLst>
            <pc:docMk/>
            <pc:sldMk cId="4227112268" sldId="274"/>
            <ac:spMk id="26" creationId="{FA2CEF0E-E90D-7047-9568-8D5B3F809BCE}"/>
          </ac:spMkLst>
        </pc:spChg>
        <pc:spChg chg="add mod">
          <ac:chgData name="Louisa Linkas" userId="b5954122-17db-4193-b575-95f63f01001a" providerId="ADAL" clId="{5C9DDE0B-84D2-5347-A66D-489676A6707F}" dt="2026-04-18T23:51:59.662" v="800"/>
          <ac:spMkLst>
            <pc:docMk/>
            <pc:sldMk cId="4227112268" sldId="274"/>
            <ac:spMk id="27" creationId="{9C4E3725-882B-8445-A276-E0CC00CDBA12}"/>
          </ac:spMkLst>
        </pc:spChg>
        <pc:spChg chg="add mod">
          <ac:chgData name="Louisa Linkas" userId="b5954122-17db-4193-b575-95f63f01001a" providerId="ADAL" clId="{5C9DDE0B-84D2-5347-A66D-489676A6707F}" dt="2026-04-18T23:51:59.664" v="809"/>
          <ac:spMkLst>
            <pc:docMk/>
            <pc:sldMk cId="4227112268" sldId="274"/>
            <ac:spMk id="28" creationId="{7FBAFE09-464A-D140-8C67-460AAD2ABA87}"/>
          </ac:spMkLst>
        </pc:spChg>
        <pc:spChg chg="add mod">
          <ac:chgData name="Louisa Linkas" userId="b5954122-17db-4193-b575-95f63f01001a" providerId="ADAL" clId="{5C9DDE0B-84D2-5347-A66D-489676A6707F}" dt="2026-04-18T23:51:59.666" v="818"/>
          <ac:spMkLst>
            <pc:docMk/>
            <pc:sldMk cId="4227112268" sldId="274"/>
            <ac:spMk id="29" creationId="{EE3A8FAF-0082-764C-88D7-525EF5F7772D}"/>
          </ac:spMkLst>
        </pc:spChg>
        <pc:spChg chg="add mod">
          <ac:chgData name="Louisa Linkas" userId="b5954122-17db-4193-b575-95f63f01001a" providerId="ADAL" clId="{5C9DDE0B-84D2-5347-A66D-489676A6707F}" dt="2026-04-18T23:51:59.668" v="827"/>
          <ac:spMkLst>
            <pc:docMk/>
            <pc:sldMk cId="4227112268" sldId="274"/>
            <ac:spMk id="30" creationId="{8C8A4649-77F7-E24C-9894-22869392C9F6}"/>
          </ac:spMkLst>
        </pc:spChg>
        <pc:spChg chg="add mod">
          <ac:chgData name="Louisa Linkas" userId="b5954122-17db-4193-b575-95f63f01001a" providerId="ADAL" clId="{5C9DDE0B-84D2-5347-A66D-489676A6707F}" dt="2026-04-18T23:51:59.670" v="836"/>
          <ac:spMkLst>
            <pc:docMk/>
            <pc:sldMk cId="4227112268" sldId="274"/>
            <ac:spMk id="31" creationId="{322EF568-2923-5347-8B0B-F79CA39DDB2A}"/>
          </ac:spMkLst>
        </pc:spChg>
        <pc:spChg chg="add mod">
          <ac:chgData name="Louisa Linkas" userId="b5954122-17db-4193-b575-95f63f01001a" providerId="ADAL" clId="{5C9DDE0B-84D2-5347-A66D-489676A6707F}" dt="2026-04-18T23:51:59.671" v="839"/>
          <ac:spMkLst>
            <pc:docMk/>
            <pc:sldMk cId="4227112268" sldId="274"/>
            <ac:spMk id="32" creationId="{4D4CDF3D-C135-D04E-B1C0-8565DFB31C4B}"/>
          </ac:spMkLst>
        </pc:spChg>
        <pc:spChg chg="add mod">
          <ac:chgData name="Louisa Linkas" userId="b5954122-17db-4193-b575-95f63f01001a" providerId="ADAL" clId="{5C9DDE0B-84D2-5347-A66D-489676A6707F}" dt="2026-04-18T23:51:59.673" v="848"/>
          <ac:spMkLst>
            <pc:docMk/>
            <pc:sldMk cId="4227112268" sldId="274"/>
            <ac:spMk id="33" creationId="{E36D70AD-04B0-E04B-967B-620DB182BCF5}"/>
          </ac:spMkLst>
        </pc:spChg>
        <pc:spChg chg="add mod">
          <ac:chgData name="Louisa Linkas" userId="b5954122-17db-4193-b575-95f63f01001a" providerId="ADAL" clId="{5C9DDE0B-84D2-5347-A66D-489676A6707F}" dt="2026-04-18T23:51:59.675" v="857"/>
          <ac:spMkLst>
            <pc:docMk/>
            <pc:sldMk cId="4227112268" sldId="274"/>
            <ac:spMk id="34" creationId="{0E508DE5-6BEB-F84F-8881-FEC7B9EDCB9E}"/>
          </ac:spMkLst>
        </pc:spChg>
        <pc:spChg chg="add mod">
          <ac:chgData name="Louisa Linkas" userId="b5954122-17db-4193-b575-95f63f01001a" providerId="ADAL" clId="{5C9DDE0B-84D2-5347-A66D-489676A6707F}" dt="2026-04-18T23:51:59.677" v="866"/>
          <ac:spMkLst>
            <pc:docMk/>
            <pc:sldMk cId="4227112268" sldId="274"/>
            <ac:spMk id="35" creationId="{0F5FA28B-F4D7-E148-A35C-07B53796CBAD}"/>
          </ac:spMkLst>
        </pc:spChg>
        <pc:spChg chg="add mod">
          <ac:chgData name="Louisa Linkas" userId="b5954122-17db-4193-b575-95f63f01001a" providerId="ADAL" clId="{5C9DDE0B-84D2-5347-A66D-489676A6707F}" dt="2026-04-18T23:51:59.679" v="875"/>
          <ac:spMkLst>
            <pc:docMk/>
            <pc:sldMk cId="4227112268" sldId="274"/>
            <ac:spMk id="36" creationId="{6366AA64-F90E-ED4C-B243-D9D2E0331BC0}"/>
          </ac:spMkLst>
        </pc:spChg>
        <pc:spChg chg="add mod">
          <ac:chgData name="Louisa Linkas" userId="b5954122-17db-4193-b575-95f63f01001a" providerId="ADAL" clId="{5C9DDE0B-84D2-5347-A66D-489676A6707F}" dt="2026-04-18T23:51:59.681" v="884"/>
          <ac:spMkLst>
            <pc:docMk/>
            <pc:sldMk cId="4227112268" sldId="274"/>
            <ac:spMk id="37" creationId="{E8286F79-CA57-3646-A434-D344548432BF}"/>
          </ac:spMkLst>
        </pc:spChg>
        <pc:spChg chg="add mod">
          <ac:chgData name="Louisa Linkas" userId="b5954122-17db-4193-b575-95f63f01001a" providerId="ADAL" clId="{5C9DDE0B-84D2-5347-A66D-489676A6707F}" dt="2026-04-18T23:51:59.683" v="893"/>
          <ac:spMkLst>
            <pc:docMk/>
            <pc:sldMk cId="4227112268" sldId="274"/>
            <ac:spMk id="38" creationId="{DB6B44C4-8212-794C-8136-508929E4DA18}"/>
          </ac:spMkLst>
        </pc:spChg>
        <pc:spChg chg="add mod">
          <ac:chgData name="Louisa Linkas" userId="b5954122-17db-4193-b575-95f63f01001a" providerId="ADAL" clId="{5C9DDE0B-84D2-5347-A66D-489676A6707F}" dt="2026-04-18T23:51:59.684" v="896"/>
          <ac:spMkLst>
            <pc:docMk/>
            <pc:sldMk cId="4227112268" sldId="274"/>
            <ac:spMk id="39" creationId="{192CF42F-DD17-D645-83FD-B887FB14491C}"/>
          </ac:spMkLst>
        </pc:spChg>
        <pc:spChg chg="add mod">
          <ac:chgData name="Louisa Linkas" userId="b5954122-17db-4193-b575-95f63f01001a" providerId="ADAL" clId="{5C9DDE0B-84D2-5347-A66D-489676A6707F}" dt="2026-04-18T23:51:59.685" v="899"/>
          <ac:spMkLst>
            <pc:docMk/>
            <pc:sldMk cId="4227112268" sldId="274"/>
            <ac:spMk id="40" creationId="{11DF8992-D484-884C-A307-023133DB6C59}"/>
          </ac:spMkLst>
        </pc:spChg>
        <pc:spChg chg="add mod">
          <ac:chgData name="Louisa Linkas" userId="b5954122-17db-4193-b575-95f63f01001a" providerId="ADAL" clId="{5C9DDE0B-84D2-5347-A66D-489676A6707F}" dt="2026-04-18T23:51:59.687" v="909"/>
          <ac:spMkLst>
            <pc:docMk/>
            <pc:sldMk cId="4227112268" sldId="274"/>
            <ac:spMk id="41" creationId="{A5643705-438B-304D-98ED-5AE8644A19E6}"/>
          </ac:spMkLst>
        </pc:spChg>
        <pc:spChg chg="add mod">
          <ac:chgData name="Louisa Linkas" userId="b5954122-17db-4193-b575-95f63f01001a" providerId="ADAL" clId="{5C9DDE0B-84D2-5347-A66D-489676A6707F}" dt="2026-04-18T23:51:59.689" v="919"/>
          <ac:spMkLst>
            <pc:docMk/>
            <pc:sldMk cId="4227112268" sldId="274"/>
            <ac:spMk id="42" creationId="{29EB2CD9-F6BB-B847-A582-57C81496F25E}"/>
          </ac:spMkLst>
        </pc:spChg>
        <pc:spChg chg="add mod">
          <ac:chgData name="Louisa Linkas" userId="b5954122-17db-4193-b575-95f63f01001a" providerId="ADAL" clId="{5C9DDE0B-84D2-5347-A66D-489676A6707F}" dt="2026-04-18T23:51:59.692" v="929"/>
          <ac:spMkLst>
            <pc:docMk/>
            <pc:sldMk cId="4227112268" sldId="274"/>
            <ac:spMk id="43" creationId="{97C67E39-BE6B-7241-8990-10593F4F5F86}"/>
          </ac:spMkLst>
        </pc:spChg>
        <pc:spChg chg="add mod">
          <ac:chgData name="Louisa Linkas" userId="b5954122-17db-4193-b575-95f63f01001a" providerId="ADAL" clId="{5C9DDE0B-84D2-5347-A66D-489676A6707F}" dt="2026-04-18T23:51:59.694" v="939"/>
          <ac:spMkLst>
            <pc:docMk/>
            <pc:sldMk cId="4227112268" sldId="274"/>
            <ac:spMk id="44" creationId="{2AF341A1-FD86-9F4C-A188-CB5BAEEA48BE}"/>
          </ac:spMkLst>
        </pc:spChg>
        <pc:spChg chg="add mod">
          <ac:chgData name="Louisa Linkas" userId="b5954122-17db-4193-b575-95f63f01001a" providerId="ADAL" clId="{5C9DDE0B-84D2-5347-A66D-489676A6707F}" dt="2026-04-18T23:51:59.696" v="949"/>
          <ac:spMkLst>
            <pc:docMk/>
            <pc:sldMk cId="4227112268" sldId="274"/>
            <ac:spMk id="45" creationId="{D6226E15-2490-EA4A-80C7-40C2663BC327}"/>
          </ac:spMkLst>
        </pc:spChg>
        <pc:spChg chg="add mod">
          <ac:chgData name="Louisa Linkas" userId="b5954122-17db-4193-b575-95f63f01001a" providerId="ADAL" clId="{5C9DDE0B-84D2-5347-A66D-489676A6707F}" dt="2026-04-18T23:51:59.699" v="959"/>
          <ac:spMkLst>
            <pc:docMk/>
            <pc:sldMk cId="4227112268" sldId="274"/>
            <ac:spMk id="46" creationId="{53641161-3295-864D-8238-B60AA5289A0D}"/>
          </ac:spMkLst>
        </pc:spChg>
        <pc:spChg chg="add mod">
          <ac:chgData name="Louisa Linkas" userId="b5954122-17db-4193-b575-95f63f01001a" providerId="ADAL" clId="{5C9DDE0B-84D2-5347-A66D-489676A6707F}" dt="2026-04-18T23:51:59.699" v="962"/>
          <ac:spMkLst>
            <pc:docMk/>
            <pc:sldMk cId="4227112268" sldId="274"/>
            <ac:spMk id="47" creationId="{CAB621F3-B5F6-3946-BC91-138F641E7EC0}"/>
          </ac:spMkLst>
        </pc:spChg>
        <pc:spChg chg="add mod">
          <ac:chgData name="Louisa Linkas" userId="b5954122-17db-4193-b575-95f63f01001a" providerId="ADAL" clId="{5C9DDE0B-84D2-5347-A66D-489676A6707F}" dt="2026-04-18T23:51:59.701" v="971"/>
          <ac:spMkLst>
            <pc:docMk/>
            <pc:sldMk cId="4227112268" sldId="274"/>
            <ac:spMk id="48" creationId="{C7F8EEB4-A6C2-2D43-B282-1305ADB447E3}"/>
          </ac:spMkLst>
        </pc:spChg>
        <pc:spChg chg="add mod">
          <ac:chgData name="Louisa Linkas" userId="b5954122-17db-4193-b575-95f63f01001a" providerId="ADAL" clId="{5C9DDE0B-84D2-5347-A66D-489676A6707F}" dt="2026-04-18T23:51:59.704" v="980"/>
          <ac:spMkLst>
            <pc:docMk/>
            <pc:sldMk cId="4227112268" sldId="274"/>
            <ac:spMk id="49" creationId="{532557D9-8DC9-FA42-B37A-A13B9BAA7D84}"/>
          </ac:spMkLst>
        </pc:spChg>
        <pc:spChg chg="add mod">
          <ac:chgData name="Louisa Linkas" userId="b5954122-17db-4193-b575-95f63f01001a" providerId="ADAL" clId="{5C9DDE0B-84D2-5347-A66D-489676A6707F}" dt="2026-04-18T23:51:59.706" v="989"/>
          <ac:spMkLst>
            <pc:docMk/>
            <pc:sldMk cId="4227112268" sldId="274"/>
            <ac:spMk id="50" creationId="{E40FAB34-1AC6-1C4E-9DBF-79D8154384C6}"/>
          </ac:spMkLst>
        </pc:spChg>
        <pc:spChg chg="add mod">
          <ac:chgData name="Louisa Linkas" userId="b5954122-17db-4193-b575-95f63f01001a" providerId="ADAL" clId="{5C9DDE0B-84D2-5347-A66D-489676A6707F}" dt="2026-04-18T23:51:59.708" v="998"/>
          <ac:spMkLst>
            <pc:docMk/>
            <pc:sldMk cId="4227112268" sldId="274"/>
            <ac:spMk id="51" creationId="{1FA52B51-7048-7441-A3AC-7AC1B2B18386}"/>
          </ac:spMkLst>
        </pc:spChg>
        <pc:spChg chg="add mod">
          <ac:chgData name="Louisa Linkas" userId="b5954122-17db-4193-b575-95f63f01001a" providerId="ADAL" clId="{5C9DDE0B-84D2-5347-A66D-489676A6707F}" dt="2026-04-18T23:51:59.710" v="1007"/>
          <ac:spMkLst>
            <pc:docMk/>
            <pc:sldMk cId="4227112268" sldId="274"/>
            <ac:spMk id="52" creationId="{ED8FCFB0-9FE0-9048-9A03-AFF0BDE7ACB2}"/>
          </ac:spMkLst>
        </pc:spChg>
        <pc:spChg chg="add mod">
          <ac:chgData name="Louisa Linkas" userId="b5954122-17db-4193-b575-95f63f01001a" providerId="ADAL" clId="{5C9DDE0B-84D2-5347-A66D-489676A6707F}" dt="2026-04-18T23:51:59.712" v="1016"/>
          <ac:spMkLst>
            <pc:docMk/>
            <pc:sldMk cId="4227112268" sldId="274"/>
            <ac:spMk id="53" creationId="{04EAD85C-5156-8041-AC68-489076797BF8}"/>
          </ac:spMkLst>
        </pc:spChg>
        <pc:spChg chg="add mod">
          <ac:chgData name="Louisa Linkas" userId="b5954122-17db-4193-b575-95f63f01001a" providerId="ADAL" clId="{5C9DDE0B-84D2-5347-A66D-489676A6707F}" dt="2026-04-18T23:51:59.713" v="1019"/>
          <ac:spMkLst>
            <pc:docMk/>
            <pc:sldMk cId="4227112268" sldId="274"/>
            <ac:spMk id="54" creationId="{C41B83A4-A507-394F-9D4A-A238116DB80D}"/>
          </ac:spMkLst>
        </pc:spChg>
        <pc:spChg chg="add mod">
          <ac:chgData name="Louisa Linkas" userId="b5954122-17db-4193-b575-95f63f01001a" providerId="ADAL" clId="{5C9DDE0B-84D2-5347-A66D-489676A6707F}" dt="2026-04-18T23:51:59.715" v="1028"/>
          <ac:spMkLst>
            <pc:docMk/>
            <pc:sldMk cId="4227112268" sldId="274"/>
            <ac:spMk id="55" creationId="{FCAC263D-7743-094F-A30F-ABFABCED227F}"/>
          </ac:spMkLst>
        </pc:spChg>
        <pc:spChg chg="add mod">
          <ac:chgData name="Louisa Linkas" userId="b5954122-17db-4193-b575-95f63f01001a" providerId="ADAL" clId="{5C9DDE0B-84D2-5347-A66D-489676A6707F}" dt="2026-04-18T23:51:59.717" v="1037"/>
          <ac:spMkLst>
            <pc:docMk/>
            <pc:sldMk cId="4227112268" sldId="274"/>
            <ac:spMk id="56" creationId="{7B1FF02F-982B-1B46-9258-61BCF04BEFCC}"/>
          </ac:spMkLst>
        </pc:spChg>
        <pc:spChg chg="add mod">
          <ac:chgData name="Louisa Linkas" userId="b5954122-17db-4193-b575-95f63f01001a" providerId="ADAL" clId="{5C9DDE0B-84D2-5347-A66D-489676A6707F}" dt="2026-04-18T23:51:59.720" v="1046"/>
          <ac:spMkLst>
            <pc:docMk/>
            <pc:sldMk cId="4227112268" sldId="274"/>
            <ac:spMk id="57" creationId="{9B9EEE59-A5B6-244C-A274-204B736C97DA}"/>
          </ac:spMkLst>
        </pc:spChg>
        <pc:spChg chg="add mod">
          <ac:chgData name="Louisa Linkas" userId="b5954122-17db-4193-b575-95f63f01001a" providerId="ADAL" clId="{5C9DDE0B-84D2-5347-A66D-489676A6707F}" dt="2026-04-18T23:51:59.722" v="1055"/>
          <ac:spMkLst>
            <pc:docMk/>
            <pc:sldMk cId="4227112268" sldId="274"/>
            <ac:spMk id="58" creationId="{1F335914-CD9D-3645-9161-8071761E9A77}"/>
          </ac:spMkLst>
        </pc:spChg>
        <pc:spChg chg="add mod">
          <ac:chgData name="Louisa Linkas" userId="b5954122-17db-4193-b575-95f63f01001a" providerId="ADAL" clId="{5C9DDE0B-84D2-5347-A66D-489676A6707F}" dt="2026-04-18T23:51:59.724" v="1064"/>
          <ac:spMkLst>
            <pc:docMk/>
            <pc:sldMk cId="4227112268" sldId="274"/>
            <ac:spMk id="59" creationId="{9E6648AB-C7F5-7943-8D11-E01DD44FDB37}"/>
          </ac:spMkLst>
        </pc:spChg>
        <pc:spChg chg="add mod">
          <ac:chgData name="Louisa Linkas" userId="b5954122-17db-4193-b575-95f63f01001a" providerId="ADAL" clId="{5C9DDE0B-84D2-5347-A66D-489676A6707F}" dt="2026-04-18T23:51:59.726" v="1073"/>
          <ac:spMkLst>
            <pc:docMk/>
            <pc:sldMk cId="4227112268" sldId="274"/>
            <ac:spMk id="60" creationId="{DBCF4646-AEFC-8644-9DA8-944DE4EBB04F}"/>
          </ac:spMkLst>
        </pc:spChg>
        <pc:spChg chg="add mod">
          <ac:chgData name="Louisa Linkas" userId="b5954122-17db-4193-b575-95f63f01001a" providerId="ADAL" clId="{5C9DDE0B-84D2-5347-A66D-489676A6707F}" dt="2026-04-18T23:51:59.727" v="1076"/>
          <ac:spMkLst>
            <pc:docMk/>
            <pc:sldMk cId="4227112268" sldId="274"/>
            <ac:spMk id="61" creationId="{F7A3508C-8255-DB4F-9283-7B24FCBABFA2}"/>
          </ac:spMkLst>
        </pc:spChg>
        <pc:spChg chg="add mod">
          <ac:chgData name="Louisa Linkas" userId="b5954122-17db-4193-b575-95f63f01001a" providerId="ADAL" clId="{5C9DDE0B-84D2-5347-A66D-489676A6707F}" dt="2026-04-18T23:51:59.729" v="1085"/>
          <ac:spMkLst>
            <pc:docMk/>
            <pc:sldMk cId="4227112268" sldId="274"/>
            <ac:spMk id="62" creationId="{F97147BE-F707-B040-AACC-9DEF6E6EE676}"/>
          </ac:spMkLst>
        </pc:spChg>
        <pc:spChg chg="add mod">
          <ac:chgData name="Louisa Linkas" userId="b5954122-17db-4193-b575-95f63f01001a" providerId="ADAL" clId="{5C9DDE0B-84D2-5347-A66D-489676A6707F}" dt="2026-04-18T23:51:59.731" v="1094"/>
          <ac:spMkLst>
            <pc:docMk/>
            <pc:sldMk cId="4227112268" sldId="274"/>
            <ac:spMk id="63" creationId="{6E692B37-B727-9247-A8A1-06A66A8ABA9D}"/>
          </ac:spMkLst>
        </pc:spChg>
        <pc:spChg chg="add mod">
          <ac:chgData name="Louisa Linkas" userId="b5954122-17db-4193-b575-95f63f01001a" providerId="ADAL" clId="{5C9DDE0B-84D2-5347-A66D-489676A6707F}" dt="2026-04-18T23:51:59.732" v="1103"/>
          <ac:spMkLst>
            <pc:docMk/>
            <pc:sldMk cId="4227112268" sldId="274"/>
            <ac:spMk id="64" creationId="{8699FDC4-3CF6-1345-9408-9BE04FF2046B}"/>
          </ac:spMkLst>
        </pc:spChg>
        <pc:spChg chg="add mod">
          <ac:chgData name="Louisa Linkas" userId="b5954122-17db-4193-b575-95f63f01001a" providerId="ADAL" clId="{5C9DDE0B-84D2-5347-A66D-489676A6707F}" dt="2026-04-18T23:51:59.734" v="1112"/>
          <ac:spMkLst>
            <pc:docMk/>
            <pc:sldMk cId="4227112268" sldId="274"/>
            <ac:spMk id="65" creationId="{03AF584F-ADC7-AA46-B6ED-E8F077177CEA}"/>
          </ac:spMkLst>
        </pc:spChg>
        <pc:spChg chg="add mod">
          <ac:chgData name="Louisa Linkas" userId="b5954122-17db-4193-b575-95f63f01001a" providerId="ADAL" clId="{5C9DDE0B-84D2-5347-A66D-489676A6707F}" dt="2026-04-18T23:51:59.737" v="1121"/>
          <ac:spMkLst>
            <pc:docMk/>
            <pc:sldMk cId="4227112268" sldId="274"/>
            <ac:spMk id="66" creationId="{22037722-B902-6442-9DD1-B7289FF7E897}"/>
          </ac:spMkLst>
        </pc:spChg>
        <pc:spChg chg="add mod">
          <ac:chgData name="Louisa Linkas" userId="b5954122-17db-4193-b575-95f63f01001a" providerId="ADAL" clId="{5C9DDE0B-84D2-5347-A66D-489676A6707F}" dt="2026-04-18T23:51:59.739" v="1130"/>
          <ac:spMkLst>
            <pc:docMk/>
            <pc:sldMk cId="4227112268" sldId="274"/>
            <ac:spMk id="67" creationId="{32E6A2B3-C316-6F43-BEA3-9828CAEE8A93}"/>
          </ac:spMkLst>
        </pc:spChg>
        <pc:spChg chg="add mod">
          <ac:chgData name="Louisa Linkas" userId="b5954122-17db-4193-b575-95f63f01001a" providerId="ADAL" clId="{5C9DDE0B-84D2-5347-A66D-489676A6707F}" dt="2026-04-18T23:51:59.739" v="1133"/>
          <ac:spMkLst>
            <pc:docMk/>
            <pc:sldMk cId="4227112268" sldId="274"/>
            <ac:spMk id="68" creationId="{863145AF-97AF-3040-8B13-490242E7A984}"/>
          </ac:spMkLst>
        </pc:spChg>
        <pc:spChg chg="add mod">
          <ac:chgData name="Louisa Linkas" userId="b5954122-17db-4193-b575-95f63f01001a" providerId="ADAL" clId="{5C9DDE0B-84D2-5347-A66D-489676A6707F}" dt="2026-04-18T23:51:59.741" v="1143"/>
          <ac:spMkLst>
            <pc:docMk/>
            <pc:sldMk cId="4227112268" sldId="274"/>
            <ac:spMk id="69" creationId="{4EC7519F-A94B-6247-9AD3-22234FF10396}"/>
          </ac:spMkLst>
        </pc:spChg>
        <pc:spChg chg="add mod">
          <ac:chgData name="Louisa Linkas" userId="b5954122-17db-4193-b575-95f63f01001a" providerId="ADAL" clId="{5C9DDE0B-84D2-5347-A66D-489676A6707F}" dt="2026-04-18T23:51:59.744" v="1153"/>
          <ac:spMkLst>
            <pc:docMk/>
            <pc:sldMk cId="4227112268" sldId="274"/>
            <ac:spMk id="70" creationId="{AD7BBC44-FEFA-1D49-825B-86BE5DDBF42E}"/>
          </ac:spMkLst>
        </pc:spChg>
        <pc:spChg chg="add mod">
          <ac:chgData name="Louisa Linkas" userId="b5954122-17db-4193-b575-95f63f01001a" providerId="ADAL" clId="{5C9DDE0B-84D2-5347-A66D-489676A6707F}" dt="2026-04-18T23:51:59.746" v="1163"/>
          <ac:spMkLst>
            <pc:docMk/>
            <pc:sldMk cId="4227112268" sldId="274"/>
            <ac:spMk id="71" creationId="{E9C05549-F86D-C248-A033-1A3FD6B5E605}"/>
          </ac:spMkLst>
        </pc:spChg>
        <pc:spChg chg="add mod">
          <ac:chgData name="Louisa Linkas" userId="b5954122-17db-4193-b575-95f63f01001a" providerId="ADAL" clId="{5C9DDE0B-84D2-5347-A66D-489676A6707F}" dt="2026-04-18T23:51:59.748" v="1173"/>
          <ac:spMkLst>
            <pc:docMk/>
            <pc:sldMk cId="4227112268" sldId="274"/>
            <ac:spMk id="72" creationId="{01C07CF3-04CC-5849-A2B4-172F18C797F8}"/>
          </ac:spMkLst>
        </pc:spChg>
        <pc:spChg chg="add mod">
          <ac:chgData name="Louisa Linkas" userId="b5954122-17db-4193-b575-95f63f01001a" providerId="ADAL" clId="{5C9DDE0B-84D2-5347-A66D-489676A6707F}" dt="2026-04-18T23:51:59.750" v="1183"/>
          <ac:spMkLst>
            <pc:docMk/>
            <pc:sldMk cId="4227112268" sldId="274"/>
            <ac:spMk id="73" creationId="{C9CF905B-71C2-6E4E-93FD-13847CC19D10}"/>
          </ac:spMkLst>
        </pc:spChg>
      </pc:sldChg>
      <pc:sldChg chg="add">
        <pc:chgData name="Louisa Linkas" userId="b5954122-17db-4193-b575-95f63f01001a" providerId="ADAL" clId="{5C9DDE0B-84D2-5347-A66D-489676A6707F}" dt="2026-04-19T01:52:52.640" v="2693"/>
        <pc:sldMkLst>
          <pc:docMk/>
          <pc:sldMk cId="3399224384" sldId="275"/>
        </pc:sldMkLst>
      </pc:sldChg>
      <pc:sldChg chg="addSp modSp new mod">
        <pc:chgData name="Louisa Linkas" userId="b5954122-17db-4193-b575-95f63f01001a" providerId="ADAL" clId="{5C9DDE0B-84D2-5347-A66D-489676A6707F}" dt="2026-04-19T15:47:28.795" v="2754"/>
        <pc:sldMkLst>
          <pc:docMk/>
          <pc:sldMk cId="594931500" sldId="276"/>
        </pc:sldMkLst>
        <pc:spChg chg="add mod">
          <ac:chgData name="Louisa Linkas" userId="b5954122-17db-4193-b575-95f63f01001a" providerId="ADAL" clId="{5C9DDE0B-84D2-5347-A66D-489676A6707F}" dt="2026-04-19T15:47:28.782" v="2703"/>
          <ac:spMkLst>
            <pc:docMk/>
            <pc:sldMk cId="594931500" sldId="276"/>
            <ac:spMk id="2" creationId="{83343B88-3F8E-CA44-8154-D239F59A3447}"/>
          </ac:spMkLst>
        </pc:spChg>
        <pc:spChg chg="add mod">
          <ac:chgData name="Louisa Linkas" userId="b5954122-17db-4193-b575-95f63f01001a" providerId="ADAL" clId="{5C9DDE0B-84D2-5347-A66D-489676A6707F}" dt="2026-04-19T15:47:28.784" v="2711"/>
          <ac:spMkLst>
            <pc:docMk/>
            <pc:sldMk cId="594931500" sldId="276"/>
            <ac:spMk id="3" creationId="{545DF4F3-1267-9E42-AB08-66BC09293041}"/>
          </ac:spMkLst>
        </pc:spChg>
        <pc:spChg chg="add mod">
          <ac:chgData name="Louisa Linkas" userId="b5954122-17db-4193-b575-95f63f01001a" providerId="ADAL" clId="{5C9DDE0B-84D2-5347-A66D-489676A6707F}" dt="2026-04-19T15:47:28.786" v="2714"/>
          <ac:spMkLst>
            <pc:docMk/>
            <pc:sldMk cId="594931500" sldId="276"/>
            <ac:spMk id="4" creationId="{72FD4793-4E1B-2241-84A1-E01463E384D1}"/>
          </ac:spMkLst>
        </pc:spChg>
        <pc:spChg chg="add mod">
          <ac:chgData name="Louisa Linkas" userId="b5954122-17db-4193-b575-95f63f01001a" providerId="ADAL" clId="{5C9DDE0B-84D2-5347-A66D-489676A6707F}" dt="2026-04-19T15:47:28.788" v="2722"/>
          <ac:spMkLst>
            <pc:docMk/>
            <pc:sldMk cId="594931500" sldId="276"/>
            <ac:spMk id="5" creationId="{9AF66024-6442-A14D-BD80-AF56A3247666}"/>
          </ac:spMkLst>
        </pc:spChg>
        <pc:spChg chg="add mod">
          <ac:chgData name="Louisa Linkas" userId="b5954122-17db-4193-b575-95f63f01001a" providerId="ADAL" clId="{5C9DDE0B-84D2-5347-A66D-489676A6707F}" dt="2026-04-19T15:47:28.790" v="2730"/>
          <ac:spMkLst>
            <pc:docMk/>
            <pc:sldMk cId="594931500" sldId="276"/>
            <ac:spMk id="6" creationId="{66E994F8-89A8-1146-854E-8CBADD5EE5F2}"/>
          </ac:spMkLst>
        </pc:spChg>
        <pc:spChg chg="add mod">
          <ac:chgData name="Louisa Linkas" userId="b5954122-17db-4193-b575-95f63f01001a" providerId="ADAL" clId="{5C9DDE0B-84D2-5347-A66D-489676A6707F}" dt="2026-04-19T15:47:28.792" v="2738"/>
          <ac:spMkLst>
            <pc:docMk/>
            <pc:sldMk cId="594931500" sldId="276"/>
            <ac:spMk id="7" creationId="{4A32CC32-86BC-5A4E-BC01-271114BA18D5}"/>
          </ac:spMkLst>
        </pc:spChg>
        <pc:spChg chg="add mod">
          <ac:chgData name="Louisa Linkas" userId="b5954122-17db-4193-b575-95f63f01001a" providerId="ADAL" clId="{5C9DDE0B-84D2-5347-A66D-489676A6707F}" dt="2026-04-19T15:47:28.793" v="2746"/>
          <ac:spMkLst>
            <pc:docMk/>
            <pc:sldMk cId="594931500" sldId="276"/>
            <ac:spMk id="8" creationId="{1D7F0B4C-1C09-334D-9166-5338B3FF3C28}"/>
          </ac:spMkLst>
        </pc:spChg>
        <pc:spChg chg="add mod">
          <ac:chgData name="Louisa Linkas" userId="b5954122-17db-4193-b575-95f63f01001a" providerId="ADAL" clId="{5C9DDE0B-84D2-5347-A66D-489676A6707F}" dt="2026-04-19T15:47:28.795" v="2754"/>
          <ac:spMkLst>
            <pc:docMk/>
            <pc:sldMk cId="594931500" sldId="276"/>
            <ac:spMk id="9" creationId="{28EE0C7B-F17F-DF43-AD13-9CA966462504}"/>
          </ac:spMkLst>
        </pc:spChg>
      </pc:sldChg>
      <pc:sldChg chg="addSp modSp new mod">
        <pc:chgData name="Louisa Linkas" userId="b5954122-17db-4193-b575-95f63f01001a" providerId="ADAL" clId="{5C9DDE0B-84D2-5347-A66D-489676A6707F}" dt="2026-04-19T15:47:55.658" v="2996"/>
        <pc:sldMkLst>
          <pc:docMk/>
          <pc:sldMk cId="3706624127" sldId="277"/>
        </pc:sldMkLst>
        <pc:spChg chg="add mod">
          <ac:chgData name="Louisa Linkas" userId="b5954122-17db-4193-b575-95f63f01001a" providerId="ADAL" clId="{5C9DDE0B-84D2-5347-A66D-489676A6707F}" dt="2026-04-19T15:47:55.605" v="2763"/>
          <ac:spMkLst>
            <pc:docMk/>
            <pc:sldMk cId="3706624127" sldId="277"/>
            <ac:spMk id="2" creationId="{954BD41D-5D2B-BA46-8D72-C4903BCE2206}"/>
          </ac:spMkLst>
        </pc:spChg>
        <pc:spChg chg="add mod">
          <ac:chgData name="Louisa Linkas" userId="b5954122-17db-4193-b575-95f63f01001a" providerId="ADAL" clId="{5C9DDE0B-84D2-5347-A66D-489676A6707F}" dt="2026-04-19T15:47:55.607" v="2771"/>
          <ac:spMkLst>
            <pc:docMk/>
            <pc:sldMk cId="3706624127" sldId="277"/>
            <ac:spMk id="3" creationId="{660771C2-0445-2F46-ABA7-BE192444B091}"/>
          </ac:spMkLst>
        </pc:spChg>
        <pc:spChg chg="add mod">
          <ac:chgData name="Louisa Linkas" userId="b5954122-17db-4193-b575-95f63f01001a" providerId="ADAL" clId="{5C9DDE0B-84D2-5347-A66D-489676A6707F}" dt="2026-04-19T15:47:55.608" v="2774"/>
          <ac:spMkLst>
            <pc:docMk/>
            <pc:sldMk cId="3706624127" sldId="277"/>
            <ac:spMk id="4" creationId="{16EF64FC-4C67-734A-9736-39E8E8E0E3AB}"/>
          </ac:spMkLst>
        </pc:spChg>
        <pc:spChg chg="add mod">
          <ac:chgData name="Louisa Linkas" userId="b5954122-17db-4193-b575-95f63f01001a" providerId="ADAL" clId="{5C9DDE0B-84D2-5347-A66D-489676A6707F}" dt="2026-04-19T15:47:55.610" v="2782"/>
          <ac:spMkLst>
            <pc:docMk/>
            <pc:sldMk cId="3706624127" sldId="277"/>
            <ac:spMk id="5" creationId="{33E4FF33-01B2-B943-9624-F1C3F8FD3E1D}"/>
          </ac:spMkLst>
        </pc:spChg>
        <pc:spChg chg="add mod">
          <ac:chgData name="Louisa Linkas" userId="b5954122-17db-4193-b575-95f63f01001a" providerId="ADAL" clId="{5C9DDE0B-84D2-5347-A66D-489676A6707F}" dt="2026-04-19T15:47:55.612" v="2790"/>
          <ac:spMkLst>
            <pc:docMk/>
            <pc:sldMk cId="3706624127" sldId="277"/>
            <ac:spMk id="6" creationId="{A399BDE4-3439-C445-9220-1CB3DCED5D5C}"/>
          </ac:spMkLst>
        </pc:spChg>
        <pc:spChg chg="add mod">
          <ac:chgData name="Louisa Linkas" userId="b5954122-17db-4193-b575-95f63f01001a" providerId="ADAL" clId="{5C9DDE0B-84D2-5347-A66D-489676A6707F}" dt="2026-04-19T15:47:55.612" v="2793"/>
          <ac:spMkLst>
            <pc:docMk/>
            <pc:sldMk cId="3706624127" sldId="277"/>
            <ac:spMk id="7" creationId="{DC757457-C5B1-E747-B20A-C6D181157B77}"/>
          </ac:spMkLst>
        </pc:spChg>
        <pc:spChg chg="add mod">
          <ac:chgData name="Louisa Linkas" userId="b5954122-17db-4193-b575-95f63f01001a" providerId="ADAL" clId="{5C9DDE0B-84D2-5347-A66D-489676A6707F}" dt="2026-04-19T15:47:55.614" v="2801"/>
          <ac:spMkLst>
            <pc:docMk/>
            <pc:sldMk cId="3706624127" sldId="277"/>
            <ac:spMk id="8" creationId="{65B85F00-B4CE-8C42-9D9B-E99641477373}"/>
          </ac:spMkLst>
        </pc:spChg>
        <pc:spChg chg="add mod">
          <ac:chgData name="Louisa Linkas" userId="b5954122-17db-4193-b575-95f63f01001a" providerId="ADAL" clId="{5C9DDE0B-84D2-5347-A66D-489676A6707F}" dt="2026-04-19T15:47:55.615" v="2809"/>
          <ac:spMkLst>
            <pc:docMk/>
            <pc:sldMk cId="3706624127" sldId="277"/>
            <ac:spMk id="9" creationId="{A9C7A53E-AE47-5547-B268-2FC950380B9A}"/>
          </ac:spMkLst>
        </pc:spChg>
        <pc:spChg chg="add mod">
          <ac:chgData name="Louisa Linkas" userId="b5954122-17db-4193-b575-95f63f01001a" providerId="ADAL" clId="{5C9DDE0B-84D2-5347-A66D-489676A6707F}" dt="2026-04-19T15:47:55.617" v="2817"/>
          <ac:spMkLst>
            <pc:docMk/>
            <pc:sldMk cId="3706624127" sldId="277"/>
            <ac:spMk id="10" creationId="{F5C95A39-A033-084E-9DD2-421497EF2547}"/>
          </ac:spMkLst>
        </pc:spChg>
        <pc:spChg chg="add mod">
          <ac:chgData name="Louisa Linkas" userId="b5954122-17db-4193-b575-95f63f01001a" providerId="ADAL" clId="{5C9DDE0B-84D2-5347-A66D-489676A6707F}" dt="2026-04-19T15:47:55.619" v="2825"/>
          <ac:spMkLst>
            <pc:docMk/>
            <pc:sldMk cId="3706624127" sldId="277"/>
            <ac:spMk id="11" creationId="{F6DC4486-25B9-8545-8C21-EE8AFC7F9B07}"/>
          </ac:spMkLst>
        </pc:spChg>
        <pc:spChg chg="add mod">
          <ac:chgData name="Louisa Linkas" userId="b5954122-17db-4193-b575-95f63f01001a" providerId="ADAL" clId="{5C9DDE0B-84D2-5347-A66D-489676A6707F}" dt="2026-04-19T15:47:55.620" v="2833"/>
          <ac:spMkLst>
            <pc:docMk/>
            <pc:sldMk cId="3706624127" sldId="277"/>
            <ac:spMk id="12" creationId="{8788D12E-A45B-374A-AF56-93D52E5756EC}"/>
          </ac:spMkLst>
        </pc:spChg>
        <pc:spChg chg="add mod">
          <ac:chgData name="Louisa Linkas" userId="b5954122-17db-4193-b575-95f63f01001a" providerId="ADAL" clId="{5C9DDE0B-84D2-5347-A66D-489676A6707F}" dt="2026-04-19T15:47:55.622" v="2841"/>
          <ac:spMkLst>
            <pc:docMk/>
            <pc:sldMk cId="3706624127" sldId="277"/>
            <ac:spMk id="13" creationId="{2D462896-7335-6B41-AB6A-3FB009CBA8C1}"/>
          </ac:spMkLst>
        </pc:spChg>
        <pc:spChg chg="add mod">
          <ac:chgData name="Louisa Linkas" userId="b5954122-17db-4193-b575-95f63f01001a" providerId="ADAL" clId="{5C9DDE0B-84D2-5347-A66D-489676A6707F}" dt="2026-04-19T15:47:55.624" v="2849"/>
          <ac:spMkLst>
            <pc:docMk/>
            <pc:sldMk cId="3706624127" sldId="277"/>
            <ac:spMk id="14" creationId="{E6912980-0E1B-F440-8295-97D29C310570}"/>
          </ac:spMkLst>
        </pc:spChg>
        <pc:spChg chg="add mod">
          <ac:chgData name="Louisa Linkas" userId="b5954122-17db-4193-b575-95f63f01001a" providerId="ADAL" clId="{5C9DDE0B-84D2-5347-A66D-489676A6707F}" dt="2026-04-19T15:47:55.626" v="2857"/>
          <ac:spMkLst>
            <pc:docMk/>
            <pc:sldMk cId="3706624127" sldId="277"/>
            <ac:spMk id="15" creationId="{14049D45-153B-C345-9BCE-D60042CD67A8}"/>
          </ac:spMkLst>
        </pc:spChg>
        <pc:spChg chg="add mod">
          <ac:chgData name="Louisa Linkas" userId="b5954122-17db-4193-b575-95f63f01001a" providerId="ADAL" clId="{5C9DDE0B-84D2-5347-A66D-489676A6707F}" dt="2026-04-19T15:47:55.628" v="2865"/>
          <ac:spMkLst>
            <pc:docMk/>
            <pc:sldMk cId="3706624127" sldId="277"/>
            <ac:spMk id="16" creationId="{830373C1-DA6C-F04E-BFFB-26EB68205D56}"/>
          </ac:spMkLst>
        </pc:spChg>
        <pc:spChg chg="add mod">
          <ac:chgData name="Louisa Linkas" userId="b5954122-17db-4193-b575-95f63f01001a" providerId="ADAL" clId="{5C9DDE0B-84D2-5347-A66D-489676A6707F}" dt="2026-04-19T15:47:55.629" v="2873"/>
          <ac:spMkLst>
            <pc:docMk/>
            <pc:sldMk cId="3706624127" sldId="277"/>
            <ac:spMk id="17" creationId="{ABC3D9F4-D67F-F040-92D7-01866A3D0E43}"/>
          </ac:spMkLst>
        </pc:spChg>
        <pc:spChg chg="add mod">
          <ac:chgData name="Louisa Linkas" userId="b5954122-17db-4193-b575-95f63f01001a" providerId="ADAL" clId="{5C9DDE0B-84D2-5347-A66D-489676A6707F}" dt="2026-04-19T15:47:55.631" v="2881"/>
          <ac:spMkLst>
            <pc:docMk/>
            <pc:sldMk cId="3706624127" sldId="277"/>
            <ac:spMk id="18" creationId="{4972DBE2-C4D6-D64E-A991-384D0111D9A3}"/>
          </ac:spMkLst>
        </pc:spChg>
        <pc:spChg chg="add mod">
          <ac:chgData name="Louisa Linkas" userId="b5954122-17db-4193-b575-95f63f01001a" providerId="ADAL" clId="{5C9DDE0B-84D2-5347-A66D-489676A6707F}" dt="2026-04-19T15:47:55.633" v="2889"/>
          <ac:spMkLst>
            <pc:docMk/>
            <pc:sldMk cId="3706624127" sldId="277"/>
            <ac:spMk id="19" creationId="{DFF1B3EC-C5D0-9D4E-AB92-580C8414F80D}"/>
          </ac:spMkLst>
        </pc:spChg>
        <pc:spChg chg="add mod">
          <ac:chgData name="Louisa Linkas" userId="b5954122-17db-4193-b575-95f63f01001a" providerId="ADAL" clId="{5C9DDE0B-84D2-5347-A66D-489676A6707F}" dt="2026-04-19T15:47:55.635" v="2897"/>
          <ac:spMkLst>
            <pc:docMk/>
            <pc:sldMk cId="3706624127" sldId="277"/>
            <ac:spMk id="20" creationId="{F58D603B-9771-2241-88F0-0F4BBD5BD102}"/>
          </ac:spMkLst>
        </pc:spChg>
        <pc:spChg chg="add mod">
          <ac:chgData name="Louisa Linkas" userId="b5954122-17db-4193-b575-95f63f01001a" providerId="ADAL" clId="{5C9DDE0B-84D2-5347-A66D-489676A6707F}" dt="2026-04-19T15:47:55.637" v="2905"/>
          <ac:spMkLst>
            <pc:docMk/>
            <pc:sldMk cId="3706624127" sldId="277"/>
            <ac:spMk id="21" creationId="{B8B18D96-158C-A645-ADBD-CD4CF2B412FB}"/>
          </ac:spMkLst>
        </pc:spChg>
        <pc:spChg chg="add mod">
          <ac:chgData name="Louisa Linkas" userId="b5954122-17db-4193-b575-95f63f01001a" providerId="ADAL" clId="{5C9DDE0B-84D2-5347-A66D-489676A6707F}" dt="2026-04-19T15:47:55.638" v="2913"/>
          <ac:spMkLst>
            <pc:docMk/>
            <pc:sldMk cId="3706624127" sldId="277"/>
            <ac:spMk id="22" creationId="{E0F291CE-C4DC-E548-A354-5A5181944531}"/>
          </ac:spMkLst>
        </pc:spChg>
        <pc:spChg chg="add mod">
          <ac:chgData name="Louisa Linkas" userId="b5954122-17db-4193-b575-95f63f01001a" providerId="ADAL" clId="{5C9DDE0B-84D2-5347-A66D-489676A6707F}" dt="2026-04-19T15:47:55.639" v="2916"/>
          <ac:spMkLst>
            <pc:docMk/>
            <pc:sldMk cId="3706624127" sldId="277"/>
            <ac:spMk id="23" creationId="{39DED84E-42B4-D24E-866D-0560814250B8}"/>
          </ac:spMkLst>
        </pc:spChg>
        <pc:spChg chg="add mod">
          <ac:chgData name="Louisa Linkas" userId="b5954122-17db-4193-b575-95f63f01001a" providerId="ADAL" clId="{5C9DDE0B-84D2-5347-A66D-489676A6707F}" dt="2026-04-19T15:47:55.642" v="2924"/>
          <ac:spMkLst>
            <pc:docMk/>
            <pc:sldMk cId="3706624127" sldId="277"/>
            <ac:spMk id="24" creationId="{3A0DB856-8698-F14F-885B-A554F8D90B67}"/>
          </ac:spMkLst>
        </pc:spChg>
        <pc:spChg chg="add mod">
          <ac:chgData name="Louisa Linkas" userId="b5954122-17db-4193-b575-95f63f01001a" providerId="ADAL" clId="{5C9DDE0B-84D2-5347-A66D-489676A6707F}" dt="2026-04-19T15:47:55.643" v="2932"/>
          <ac:spMkLst>
            <pc:docMk/>
            <pc:sldMk cId="3706624127" sldId="277"/>
            <ac:spMk id="25" creationId="{6D958A37-69D4-A348-9EA3-544FB2103193}"/>
          </ac:spMkLst>
        </pc:spChg>
        <pc:spChg chg="add mod">
          <ac:chgData name="Louisa Linkas" userId="b5954122-17db-4193-b575-95f63f01001a" providerId="ADAL" clId="{5C9DDE0B-84D2-5347-A66D-489676A6707F}" dt="2026-04-19T15:47:55.645" v="2940"/>
          <ac:spMkLst>
            <pc:docMk/>
            <pc:sldMk cId="3706624127" sldId="277"/>
            <ac:spMk id="26" creationId="{1F0CB38B-99E2-F444-802B-1976C2D77CCD}"/>
          </ac:spMkLst>
        </pc:spChg>
        <pc:spChg chg="add mod">
          <ac:chgData name="Louisa Linkas" userId="b5954122-17db-4193-b575-95f63f01001a" providerId="ADAL" clId="{5C9DDE0B-84D2-5347-A66D-489676A6707F}" dt="2026-04-19T15:47:55.647" v="2948"/>
          <ac:spMkLst>
            <pc:docMk/>
            <pc:sldMk cId="3706624127" sldId="277"/>
            <ac:spMk id="27" creationId="{E1FB12F3-0A40-524D-AA61-C0309CCD4867}"/>
          </ac:spMkLst>
        </pc:spChg>
        <pc:spChg chg="add mod">
          <ac:chgData name="Louisa Linkas" userId="b5954122-17db-4193-b575-95f63f01001a" providerId="ADAL" clId="{5C9DDE0B-84D2-5347-A66D-489676A6707F}" dt="2026-04-19T15:47:55.649" v="2956"/>
          <ac:spMkLst>
            <pc:docMk/>
            <pc:sldMk cId="3706624127" sldId="277"/>
            <ac:spMk id="28" creationId="{EA56A4A7-A46C-FC4D-B633-315163B843B4}"/>
          </ac:spMkLst>
        </pc:spChg>
        <pc:spChg chg="add mod">
          <ac:chgData name="Louisa Linkas" userId="b5954122-17db-4193-b575-95f63f01001a" providerId="ADAL" clId="{5C9DDE0B-84D2-5347-A66D-489676A6707F}" dt="2026-04-19T15:47:55.650" v="2964"/>
          <ac:spMkLst>
            <pc:docMk/>
            <pc:sldMk cId="3706624127" sldId="277"/>
            <ac:spMk id="29" creationId="{124243D4-AEB7-9448-8AE4-E5A5689352F5}"/>
          </ac:spMkLst>
        </pc:spChg>
        <pc:spChg chg="add mod">
          <ac:chgData name="Louisa Linkas" userId="b5954122-17db-4193-b575-95f63f01001a" providerId="ADAL" clId="{5C9DDE0B-84D2-5347-A66D-489676A6707F}" dt="2026-04-19T15:47:55.652" v="2972"/>
          <ac:spMkLst>
            <pc:docMk/>
            <pc:sldMk cId="3706624127" sldId="277"/>
            <ac:spMk id="30" creationId="{37A3E771-7A5A-EE47-93FC-0208CFC33116}"/>
          </ac:spMkLst>
        </pc:spChg>
        <pc:spChg chg="add mod">
          <ac:chgData name="Louisa Linkas" userId="b5954122-17db-4193-b575-95f63f01001a" providerId="ADAL" clId="{5C9DDE0B-84D2-5347-A66D-489676A6707F}" dt="2026-04-19T15:47:55.654" v="2980"/>
          <ac:spMkLst>
            <pc:docMk/>
            <pc:sldMk cId="3706624127" sldId="277"/>
            <ac:spMk id="31" creationId="{BF658362-B772-5C4A-80F7-2851D20C19F0}"/>
          </ac:spMkLst>
        </pc:spChg>
        <pc:spChg chg="add mod">
          <ac:chgData name="Louisa Linkas" userId="b5954122-17db-4193-b575-95f63f01001a" providerId="ADAL" clId="{5C9DDE0B-84D2-5347-A66D-489676A6707F}" dt="2026-04-19T15:47:55.656" v="2988"/>
          <ac:spMkLst>
            <pc:docMk/>
            <pc:sldMk cId="3706624127" sldId="277"/>
            <ac:spMk id="32" creationId="{2D4E9804-FEA9-354F-B014-1CF9EB8EDAB0}"/>
          </ac:spMkLst>
        </pc:spChg>
        <pc:spChg chg="add mod">
          <ac:chgData name="Louisa Linkas" userId="b5954122-17db-4193-b575-95f63f01001a" providerId="ADAL" clId="{5C9DDE0B-84D2-5347-A66D-489676A6707F}" dt="2026-04-19T15:47:55.658" v="2996"/>
          <ac:spMkLst>
            <pc:docMk/>
            <pc:sldMk cId="3706624127" sldId="277"/>
            <ac:spMk id="33" creationId="{CFE7C4C8-E22D-6B4F-AF2C-980B2114D4DD}"/>
          </ac:spMkLst>
        </pc:spChg>
      </pc:sldChg>
      <pc:sldChg chg="addSp modSp new mod">
        <pc:chgData name="Louisa Linkas" userId="b5954122-17db-4193-b575-95f63f01001a" providerId="ADAL" clId="{5C9DDE0B-84D2-5347-A66D-489676A6707F}" dt="2026-04-19T15:48:51.610" v="3351"/>
        <pc:sldMkLst>
          <pc:docMk/>
          <pc:sldMk cId="3956150865" sldId="278"/>
        </pc:sldMkLst>
        <pc:spChg chg="add mod">
          <ac:chgData name="Louisa Linkas" userId="b5954122-17db-4193-b575-95f63f01001a" providerId="ADAL" clId="{5C9DDE0B-84D2-5347-A66D-489676A6707F}" dt="2026-04-19T15:48:51.532" v="3005"/>
          <ac:spMkLst>
            <pc:docMk/>
            <pc:sldMk cId="3956150865" sldId="278"/>
            <ac:spMk id="2" creationId="{4AF9BB87-EE9A-E04B-9377-DBEFBF5BBDFB}"/>
          </ac:spMkLst>
        </pc:spChg>
        <pc:spChg chg="add mod">
          <ac:chgData name="Louisa Linkas" userId="b5954122-17db-4193-b575-95f63f01001a" providerId="ADAL" clId="{5C9DDE0B-84D2-5347-A66D-489676A6707F}" dt="2026-04-19T15:48:51.534" v="3013"/>
          <ac:spMkLst>
            <pc:docMk/>
            <pc:sldMk cId="3956150865" sldId="278"/>
            <ac:spMk id="3" creationId="{7A179A01-0AB2-9248-8410-12B69475D8A3}"/>
          </ac:spMkLst>
        </pc:spChg>
        <pc:spChg chg="add mod">
          <ac:chgData name="Louisa Linkas" userId="b5954122-17db-4193-b575-95f63f01001a" providerId="ADAL" clId="{5C9DDE0B-84D2-5347-A66D-489676A6707F}" dt="2026-04-19T15:48:51.535" v="3016"/>
          <ac:spMkLst>
            <pc:docMk/>
            <pc:sldMk cId="3956150865" sldId="278"/>
            <ac:spMk id="4" creationId="{4FA9DAE2-B011-4340-8260-FE2D40C4B083}"/>
          </ac:spMkLst>
        </pc:spChg>
        <pc:spChg chg="add mod">
          <ac:chgData name="Louisa Linkas" userId="b5954122-17db-4193-b575-95f63f01001a" providerId="ADAL" clId="{5C9DDE0B-84D2-5347-A66D-489676A6707F}" dt="2026-04-19T15:48:51.536" v="3024"/>
          <ac:spMkLst>
            <pc:docMk/>
            <pc:sldMk cId="3956150865" sldId="278"/>
            <ac:spMk id="5" creationId="{5BE84AB0-C305-0D42-B5AA-5E8FC08CE8A4}"/>
          </ac:spMkLst>
        </pc:spChg>
        <pc:spChg chg="add mod">
          <ac:chgData name="Louisa Linkas" userId="b5954122-17db-4193-b575-95f63f01001a" providerId="ADAL" clId="{5C9DDE0B-84D2-5347-A66D-489676A6707F}" dt="2026-04-19T15:48:51.537" v="3027"/>
          <ac:spMkLst>
            <pc:docMk/>
            <pc:sldMk cId="3956150865" sldId="278"/>
            <ac:spMk id="6" creationId="{167B9AAF-A119-E042-BD0D-D224A97C4A40}"/>
          </ac:spMkLst>
        </pc:spChg>
        <pc:spChg chg="add mod">
          <ac:chgData name="Louisa Linkas" userId="b5954122-17db-4193-b575-95f63f01001a" providerId="ADAL" clId="{5C9DDE0B-84D2-5347-A66D-489676A6707F}" dt="2026-04-19T15:48:51.538" v="3035"/>
          <ac:spMkLst>
            <pc:docMk/>
            <pc:sldMk cId="3956150865" sldId="278"/>
            <ac:spMk id="7" creationId="{8482B18B-FE7B-F145-8C66-BD3D8F63D224}"/>
          </ac:spMkLst>
        </pc:spChg>
        <pc:spChg chg="add mod">
          <ac:chgData name="Louisa Linkas" userId="b5954122-17db-4193-b575-95f63f01001a" providerId="ADAL" clId="{5C9DDE0B-84D2-5347-A66D-489676A6707F}" dt="2026-04-19T15:48:51.543" v="3043"/>
          <ac:spMkLst>
            <pc:docMk/>
            <pc:sldMk cId="3956150865" sldId="278"/>
            <ac:spMk id="8" creationId="{453F6BF3-E551-8246-AC69-3C9D53A7A7C7}"/>
          </ac:spMkLst>
        </pc:spChg>
        <pc:spChg chg="add mod">
          <ac:chgData name="Louisa Linkas" userId="b5954122-17db-4193-b575-95f63f01001a" providerId="ADAL" clId="{5C9DDE0B-84D2-5347-A66D-489676A6707F}" dt="2026-04-19T15:48:51.544" v="3051"/>
          <ac:spMkLst>
            <pc:docMk/>
            <pc:sldMk cId="3956150865" sldId="278"/>
            <ac:spMk id="9" creationId="{5B8D773B-F827-7A49-87C5-FB2D9C8781B6}"/>
          </ac:spMkLst>
        </pc:spChg>
        <pc:spChg chg="add mod">
          <ac:chgData name="Louisa Linkas" userId="b5954122-17db-4193-b575-95f63f01001a" providerId="ADAL" clId="{5C9DDE0B-84D2-5347-A66D-489676A6707F}" dt="2026-04-19T15:48:51.546" v="3059"/>
          <ac:spMkLst>
            <pc:docMk/>
            <pc:sldMk cId="3956150865" sldId="278"/>
            <ac:spMk id="10" creationId="{8154CA3F-7DB0-D540-BE70-A01FF1FD18DD}"/>
          </ac:spMkLst>
        </pc:spChg>
        <pc:spChg chg="add mod">
          <ac:chgData name="Louisa Linkas" userId="b5954122-17db-4193-b575-95f63f01001a" providerId="ADAL" clId="{5C9DDE0B-84D2-5347-A66D-489676A6707F}" dt="2026-04-19T15:48:51.547" v="3066"/>
          <ac:spMkLst>
            <pc:docMk/>
            <pc:sldMk cId="3956150865" sldId="278"/>
            <ac:spMk id="11" creationId="{95E5BB2D-804A-5C4D-B2FA-670EEB25C62C}"/>
          </ac:spMkLst>
        </pc:spChg>
        <pc:spChg chg="add mod">
          <ac:chgData name="Louisa Linkas" userId="b5954122-17db-4193-b575-95f63f01001a" providerId="ADAL" clId="{5C9DDE0B-84D2-5347-A66D-489676A6707F}" dt="2026-04-19T15:48:51.548" v="3069"/>
          <ac:spMkLst>
            <pc:docMk/>
            <pc:sldMk cId="3956150865" sldId="278"/>
            <ac:spMk id="12" creationId="{46B78F00-B18D-8D44-9659-C9FE128FE026}"/>
          </ac:spMkLst>
        </pc:spChg>
        <pc:spChg chg="add mod ord">
          <ac:chgData name="Louisa Linkas" userId="b5954122-17db-4193-b575-95f63f01001a" providerId="ADAL" clId="{5C9DDE0B-84D2-5347-A66D-489676A6707F}" dt="2026-04-19T15:48:51.549" v="3073"/>
          <ac:spMkLst>
            <pc:docMk/>
            <pc:sldMk cId="3956150865" sldId="278"/>
            <ac:spMk id="13" creationId="{4B990498-CBCC-5E43-9CA3-A24A51307381}"/>
          </ac:spMkLst>
        </pc:spChg>
        <pc:spChg chg="add mod">
          <ac:chgData name="Louisa Linkas" userId="b5954122-17db-4193-b575-95f63f01001a" providerId="ADAL" clId="{5C9DDE0B-84D2-5347-A66D-489676A6707F}" dt="2026-04-19T15:48:51.550" v="3081"/>
          <ac:spMkLst>
            <pc:docMk/>
            <pc:sldMk cId="3956150865" sldId="278"/>
            <ac:spMk id="14" creationId="{4B852567-4802-5243-B93E-535BA01184DC}"/>
          </ac:spMkLst>
        </pc:spChg>
        <pc:spChg chg="add mod">
          <ac:chgData name="Louisa Linkas" userId="b5954122-17db-4193-b575-95f63f01001a" providerId="ADAL" clId="{5C9DDE0B-84D2-5347-A66D-489676A6707F}" dt="2026-04-19T15:48:51.552" v="3089"/>
          <ac:spMkLst>
            <pc:docMk/>
            <pc:sldMk cId="3956150865" sldId="278"/>
            <ac:spMk id="15" creationId="{F5916691-C813-734C-9C33-495D5C438ED8}"/>
          </ac:spMkLst>
        </pc:spChg>
        <pc:spChg chg="add mod">
          <ac:chgData name="Louisa Linkas" userId="b5954122-17db-4193-b575-95f63f01001a" providerId="ADAL" clId="{5C9DDE0B-84D2-5347-A66D-489676A6707F}" dt="2026-04-19T15:48:51.554" v="3097"/>
          <ac:spMkLst>
            <pc:docMk/>
            <pc:sldMk cId="3956150865" sldId="278"/>
            <ac:spMk id="16" creationId="{235D36EB-ED1C-BE44-89C6-AA5400A89FE1}"/>
          </ac:spMkLst>
        </pc:spChg>
        <pc:spChg chg="add mod">
          <ac:chgData name="Louisa Linkas" userId="b5954122-17db-4193-b575-95f63f01001a" providerId="ADAL" clId="{5C9DDE0B-84D2-5347-A66D-489676A6707F}" dt="2026-04-19T15:48:51.556" v="3105"/>
          <ac:spMkLst>
            <pc:docMk/>
            <pc:sldMk cId="3956150865" sldId="278"/>
            <ac:spMk id="17" creationId="{CA7161BD-AC2D-574A-8E2E-28AE028B261B}"/>
          </ac:spMkLst>
        </pc:spChg>
        <pc:spChg chg="add mod">
          <ac:chgData name="Louisa Linkas" userId="b5954122-17db-4193-b575-95f63f01001a" providerId="ADAL" clId="{5C9DDE0B-84D2-5347-A66D-489676A6707F}" dt="2026-04-19T15:48:51.557" v="3113"/>
          <ac:spMkLst>
            <pc:docMk/>
            <pc:sldMk cId="3956150865" sldId="278"/>
            <ac:spMk id="18" creationId="{66DF2438-25CE-C94A-8938-AB7C7FC2BD0A}"/>
          </ac:spMkLst>
        </pc:spChg>
        <pc:spChg chg="add mod">
          <ac:chgData name="Louisa Linkas" userId="b5954122-17db-4193-b575-95f63f01001a" providerId="ADAL" clId="{5C9DDE0B-84D2-5347-A66D-489676A6707F}" dt="2026-04-19T15:48:51.558" v="3116"/>
          <ac:spMkLst>
            <pc:docMk/>
            <pc:sldMk cId="3956150865" sldId="278"/>
            <ac:spMk id="19" creationId="{462A1D5B-294E-A048-AE82-9D6A302DD4F6}"/>
          </ac:spMkLst>
        </pc:spChg>
        <pc:spChg chg="add mod ord">
          <ac:chgData name="Louisa Linkas" userId="b5954122-17db-4193-b575-95f63f01001a" providerId="ADAL" clId="{5C9DDE0B-84D2-5347-A66D-489676A6707F}" dt="2026-04-19T15:48:51.559" v="3120"/>
          <ac:spMkLst>
            <pc:docMk/>
            <pc:sldMk cId="3956150865" sldId="278"/>
            <ac:spMk id="20" creationId="{8FCA93F3-3B7F-5940-A7FD-5760C290233A}"/>
          </ac:spMkLst>
        </pc:spChg>
        <pc:spChg chg="add mod">
          <ac:chgData name="Louisa Linkas" userId="b5954122-17db-4193-b575-95f63f01001a" providerId="ADAL" clId="{5C9DDE0B-84D2-5347-A66D-489676A6707F}" dt="2026-04-19T15:48:51.561" v="3128"/>
          <ac:spMkLst>
            <pc:docMk/>
            <pc:sldMk cId="3956150865" sldId="278"/>
            <ac:spMk id="21" creationId="{5E20870E-FEF8-1749-8581-7AA44F0C3FE9}"/>
          </ac:spMkLst>
        </pc:spChg>
        <pc:spChg chg="add mod">
          <ac:chgData name="Louisa Linkas" userId="b5954122-17db-4193-b575-95f63f01001a" providerId="ADAL" clId="{5C9DDE0B-84D2-5347-A66D-489676A6707F}" dt="2026-04-19T15:48:51.562" v="3136"/>
          <ac:spMkLst>
            <pc:docMk/>
            <pc:sldMk cId="3956150865" sldId="278"/>
            <ac:spMk id="22" creationId="{99EA2E10-B40B-0F4A-B22A-8727D5E79165}"/>
          </ac:spMkLst>
        </pc:spChg>
        <pc:spChg chg="add mod">
          <ac:chgData name="Louisa Linkas" userId="b5954122-17db-4193-b575-95f63f01001a" providerId="ADAL" clId="{5C9DDE0B-84D2-5347-A66D-489676A6707F}" dt="2026-04-19T15:48:51.564" v="3144"/>
          <ac:spMkLst>
            <pc:docMk/>
            <pc:sldMk cId="3956150865" sldId="278"/>
            <ac:spMk id="23" creationId="{3B9F67BF-C597-BE44-922B-B59A749731B2}"/>
          </ac:spMkLst>
        </pc:spChg>
        <pc:spChg chg="add mod">
          <ac:chgData name="Louisa Linkas" userId="b5954122-17db-4193-b575-95f63f01001a" providerId="ADAL" clId="{5C9DDE0B-84D2-5347-A66D-489676A6707F}" dt="2026-04-19T15:48:51.566" v="3152"/>
          <ac:spMkLst>
            <pc:docMk/>
            <pc:sldMk cId="3956150865" sldId="278"/>
            <ac:spMk id="24" creationId="{B8CA0EA3-25E9-3545-8673-86C80589C549}"/>
          </ac:spMkLst>
        </pc:spChg>
        <pc:spChg chg="add mod">
          <ac:chgData name="Louisa Linkas" userId="b5954122-17db-4193-b575-95f63f01001a" providerId="ADAL" clId="{5C9DDE0B-84D2-5347-A66D-489676A6707F}" dt="2026-04-19T15:48:51.568" v="3160"/>
          <ac:spMkLst>
            <pc:docMk/>
            <pc:sldMk cId="3956150865" sldId="278"/>
            <ac:spMk id="25" creationId="{6A5BC526-2900-3440-95F6-9C8250E80CEC}"/>
          </ac:spMkLst>
        </pc:spChg>
        <pc:spChg chg="add mod">
          <ac:chgData name="Louisa Linkas" userId="b5954122-17db-4193-b575-95f63f01001a" providerId="ADAL" clId="{5C9DDE0B-84D2-5347-A66D-489676A6707F}" dt="2026-04-19T15:48:51.569" v="3163"/>
          <ac:spMkLst>
            <pc:docMk/>
            <pc:sldMk cId="3956150865" sldId="278"/>
            <ac:spMk id="26" creationId="{D30AC123-B202-6747-BC17-03F687A78F34}"/>
          </ac:spMkLst>
        </pc:spChg>
        <pc:spChg chg="add mod">
          <ac:chgData name="Louisa Linkas" userId="b5954122-17db-4193-b575-95f63f01001a" providerId="ADAL" clId="{5C9DDE0B-84D2-5347-A66D-489676A6707F}" dt="2026-04-19T15:48:51.570" v="3171"/>
          <ac:spMkLst>
            <pc:docMk/>
            <pc:sldMk cId="3956150865" sldId="278"/>
            <ac:spMk id="27" creationId="{0BF3C2C2-B6F2-3649-BC66-E31EC423AB40}"/>
          </ac:spMkLst>
        </pc:spChg>
        <pc:spChg chg="add mod">
          <ac:chgData name="Louisa Linkas" userId="b5954122-17db-4193-b575-95f63f01001a" providerId="ADAL" clId="{5C9DDE0B-84D2-5347-A66D-489676A6707F}" dt="2026-04-19T15:48:51.572" v="3179"/>
          <ac:spMkLst>
            <pc:docMk/>
            <pc:sldMk cId="3956150865" sldId="278"/>
            <ac:spMk id="28" creationId="{8A094749-3191-8248-8C78-1C3B870A5724}"/>
          </ac:spMkLst>
        </pc:spChg>
        <pc:spChg chg="add mod">
          <ac:chgData name="Louisa Linkas" userId="b5954122-17db-4193-b575-95f63f01001a" providerId="ADAL" clId="{5C9DDE0B-84D2-5347-A66D-489676A6707F}" dt="2026-04-19T15:48:51.574" v="3187"/>
          <ac:spMkLst>
            <pc:docMk/>
            <pc:sldMk cId="3956150865" sldId="278"/>
            <ac:spMk id="29" creationId="{09EE071A-B2E1-5F44-AAE8-7ED81A867458}"/>
          </ac:spMkLst>
        </pc:spChg>
        <pc:spChg chg="add mod">
          <ac:chgData name="Louisa Linkas" userId="b5954122-17db-4193-b575-95f63f01001a" providerId="ADAL" clId="{5C9DDE0B-84D2-5347-A66D-489676A6707F}" dt="2026-04-19T15:48:51.576" v="3195"/>
          <ac:spMkLst>
            <pc:docMk/>
            <pc:sldMk cId="3956150865" sldId="278"/>
            <ac:spMk id="30" creationId="{28E7CF73-7BBE-2641-89F9-44C60360E97D}"/>
          </ac:spMkLst>
        </pc:spChg>
        <pc:spChg chg="add mod">
          <ac:chgData name="Louisa Linkas" userId="b5954122-17db-4193-b575-95f63f01001a" providerId="ADAL" clId="{5C9DDE0B-84D2-5347-A66D-489676A6707F}" dt="2026-04-19T15:48:51.577" v="3203"/>
          <ac:spMkLst>
            <pc:docMk/>
            <pc:sldMk cId="3956150865" sldId="278"/>
            <ac:spMk id="31" creationId="{DF229C2D-87C2-AC4C-BA63-BC2BD924FE2B}"/>
          </ac:spMkLst>
        </pc:spChg>
        <pc:spChg chg="add mod">
          <ac:chgData name="Louisa Linkas" userId="b5954122-17db-4193-b575-95f63f01001a" providerId="ADAL" clId="{5C9DDE0B-84D2-5347-A66D-489676A6707F}" dt="2026-04-19T15:48:51.578" v="3206"/>
          <ac:spMkLst>
            <pc:docMk/>
            <pc:sldMk cId="3956150865" sldId="278"/>
            <ac:spMk id="32" creationId="{3A2CD285-CE24-9C49-B270-3C9EAF3CED14}"/>
          </ac:spMkLst>
        </pc:spChg>
        <pc:spChg chg="add mod">
          <ac:chgData name="Louisa Linkas" userId="b5954122-17db-4193-b575-95f63f01001a" providerId="ADAL" clId="{5C9DDE0B-84D2-5347-A66D-489676A6707F}" dt="2026-04-19T15:48:51.580" v="3214"/>
          <ac:spMkLst>
            <pc:docMk/>
            <pc:sldMk cId="3956150865" sldId="278"/>
            <ac:spMk id="33" creationId="{2B0C72DC-DC4C-5747-BE12-F73B5CEEEC0A}"/>
          </ac:spMkLst>
        </pc:spChg>
        <pc:spChg chg="add mod">
          <ac:chgData name="Louisa Linkas" userId="b5954122-17db-4193-b575-95f63f01001a" providerId="ADAL" clId="{5C9DDE0B-84D2-5347-A66D-489676A6707F}" dt="2026-04-19T15:48:51.582" v="3222"/>
          <ac:spMkLst>
            <pc:docMk/>
            <pc:sldMk cId="3956150865" sldId="278"/>
            <ac:spMk id="34" creationId="{7581DA4C-A57F-DD42-AE44-FF51B48639FB}"/>
          </ac:spMkLst>
        </pc:spChg>
        <pc:spChg chg="add mod">
          <ac:chgData name="Louisa Linkas" userId="b5954122-17db-4193-b575-95f63f01001a" providerId="ADAL" clId="{5C9DDE0B-84D2-5347-A66D-489676A6707F}" dt="2026-04-19T15:48:51.583" v="3230"/>
          <ac:spMkLst>
            <pc:docMk/>
            <pc:sldMk cId="3956150865" sldId="278"/>
            <ac:spMk id="35" creationId="{DDFC0CC5-5CC3-5943-96FD-FFC2D349D2F5}"/>
          </ac:spMkLst>
        </pc:spChg>
        <pc:spChg chg="add mod">
          <ac:chgData name="Louisa Linkas" userId="b5954122-17db-4193-b575-95f63f01001a" providerId="ADAL" clId="{5C9DDE0B-84D2-5347-A66D-489676A6707F}" dt="2026-04-19T15:48:51.585" v="3238"/>
          <ac:spMkLst>
            <pc:docMk/>
            <pc:sldMk cId="3956150865" sldId="278"/>
            <ac:spMk id="36" creationId="{BF63110A-008F-0D4A-A3A3-8A0A66CD78B1}"/>
          </ac:spMkLst>
        </pc:spChg>
        <pc:spChg chg="add mod">
          <ac:chgData name="Louisa Linkas" userId="b5954122-17db-4193-b575-95f63f01001a" providerId="ADAL" clId="{5C9DDE0B-84D2-5347-A66D-489676A6707F}" dt="2026-04-19T15:48:51.587" v="3246"/>
          <ac:spMkLst>
            <pc:docMk/>
            <pc:sldMk cId="3956150865" sldId="278"/>
            <ac:spMk id="37" creationId="{5B5B3909-5B6B-B244-A392-9D566D9F6A2E}"/>
          </ac:spMkLst>
        </pc:spChg>
        <pc:spChg chg="add mod">
          <ac:chgData name="Louisa Linkas" userId="b5954122-17db-4193-b575-95f63f01001a" providerId="ADAL" clId="{5C9DDE0B-84D2-5347-A66D-489676A6707F}" dt="2026-04-19T15:48:51.587" v="3249"/>
          <ac:spMkLst>
            <pc:docMk/>
            <pc:sldMk cId="3956150865" sldId="278"/>
            <ac:spMk id="38" creationId="{7E674590-C7D7-0D4D-9B2A-0AA7E7E939A1}"/>
          </ac:spMkLst>
        </pc:spChg>
        <pc:spChg chg="add mod">
          <ac:chgData name="Louisa Linkas" userId="b5954122-17db-4193-b575-95f63f01001a" providerId="ADAL" clId="{5C9DDE0B-84D2-5347-A66D-489676A6707F}" dt="2026-04-19T15:48:51.589" v="3257"/>
          <ac:spMkLst>
            <pc:docMk/>
            <pc:sldMk cId="3956150865" sldId="278"/>
            <ac:spMk id="39" creationId="{118BAFB6-D237-A341-A3BD-DC4520886F8C}"/>
          </ac:spMkLst>
        </pc:spChg>
        <pc:spChg chg="add mod">
          <ac:chgData name="Louisa Linkas" userId="b5954122-17db-4193-b575-95f63f01001a" providerId="ADAL" clId="{5C9DDE0B-84D2-5347-A66D-489676A6707F}" dt="2026-04-19T15:48:51.591" v="3265"/>
          <ac:spMkLst>
            <pc:docMk/>
            <pc:sldMk cId="3956150865" sldId="278"/>
            <ac:spMk id="40" creationId="{FF0E5E1A-22EC-F841-95DE-657C40823384}"/>
          </ac:spMkLst>
        </pc:spChg>
        <pc:spChg chg="add mod">
          <ac:chgData name="Louisa Linkas" userId="b5954122-17db-4193-b575-95f63f01001a" providerId="ADAL" clId="{5C9DDE0B-84D2-5347-A66D-489676A6707F}" dt="2026-04-19T15:48:51.593" v="3273"/>
          <ac:spMkLst>
            <pc:docMk/>
            <pc:sldMk cId="3956150865" sldId="278"/>
            <ac:spMk id="41" creationId="{E8F616C5-89D2-0F47-B8D6-124771D0EA59}"/>
          </ac:spMkLst>
        </pc:spChg>
        <pc:spChg chg="add mod">
          <ac:chgData name="Louisa Linkas" userId="b5954122-17db-4193-b575-95f63f01001a" providerId="ADAL" clId="{5C9DDE0B-84D2-5347-A66D-489676A6707F}" dt="2026-04-19T15:48:51.594" v="3281"/>
          <ac:spMkLst>
            <pc:docMk/>
            <pc:sldMk cId="3956150865" sldId="278"/>
            <ac:spMk id="42" creationId="{E17D5B6E-6021-0743-8810-AD3F8598F7E9}"/>
          </ac:spMkLst>
        </pc:spChg>
        <pc:spChg chg="add mod">
          <ac:chgData name="Louisa Linkas" userId="b5954122-17db-4193-b575-95f63f01001a" providerId="ADAL" clId="{5C9DDE0B-84D2-5347-A66D-489676A6707F}" dt="2026-04-19T15:48:51.596" v="3289"/>
          <ac:spMkLst>
            <pc:docMk/>
            <pc:sldMk cId="3956150865" sldId="278"/>
            <ac:spMk id="43" creationId="{0FF91367-45A9-0648-A8FA-59E82C3CEC9F}"/>
          </ac:spMkLst>
        </pc:spChg>
        <pc:spChg chg="add mod">
          <ac:chgData name="Louisa Linkas" userId="b5954122-17db-4193-b575-95f63f01001a" providerId="ADAL" clId="{5C9DDE0B-84D2-5347-A66D-489676A6707F}" dt="2026-04-19T15:48:51.597" v="3292"/>
          <ac:spMkLst>
            <pc:docMk/>
            <pc:sldMk cId="3956150865" sldId="278"/>
            <ac:spMk id="44" creationId="{A1DEA2C6-B318-CA43-8478-978BA1075A00}"/>
          </ac:spMkLst>
        </pc:spChg>
        <pc:spChg chg="add mod">
          <ac:chgData name="Louisa Linkas" userId="b5954122-17db-4193-b575-95f63f01001a" providerId="ADAL" clId="{5C9DDE0B-84D2-5347-A66D-489676A6707F}" dt="2026-04-19T15:48:51.599" v="3300"/>
          <ac:spMkLst>
            <pc:docMk/>
            <pc:sldMk cId="3956150865" sldId="278"/>
            <ac:spMk id="45" creationId="{3F3E26D0-BFF3-6E44-A136-AA87ACC0E6E3}"/>
          </ac:spMkLst>
        </pc:spChg>
        <pc:spChg chg="add mod">
          <ac:chgData name="Louisa Linkas" userId="b5954122-17db-4193-b575-95f63f01001a" providerId="ADAL" clId="{5C9DDE0B-84D2-5347-A66D-489676A6707F}" dt="2026-04-19T15:48:51.600" v="3308"/>
          <ac:spMkLst>
            <pc:docMk/>
            <pc:sldMk cId="3956150865" sldId="278"/>
            <ac:spMk id="46" creationId="{121C6537-BB9B-6D4B-A390-5B1D8DA5097C}"/>
          </ac:spMkLst>
        </pc:spChg>
        <pc:spChg chg="add mod">
          <ac:chgData name="Louisa Linkas" userId="b5954122-17db-4193-b575-95f63f01001a" providerId="ADAL" clId="{5C9DDE0B-84D2-5347-A66D-489676A6707F}" dt="2026-04-19T15:48:51.603" v="3316"/>
          <ac:spMkLst>
            <pc:docMk/>
            <pc:sldMk cId="3956150865" sldId="278"/>
            <ac:spMk id="47" creationId="{25999550-DFD7-0243-99AC-450199F7E842}"/>
          </ac:spMkLst>
        </pc:spChg>
        <pc:spChg chg="add mod">
          <ac:chgData name="Louisa Linkas" userId="b5954122-17db-4193-b575-95f63f01001a" providerId="ADAL" clId="{5C9DDE0B-84D2-5347-A66D-489676A6707F}" dt="2026-04-19T15:48:51.605" v="3324"/>
          <ac:spMkLst>
            <pc:docMk/>
            <pc:sldMk cId="3956150865" sldId="278"/>
            <ac:spMk id="48" creationId="{70336207-8BD6-3845-B80A-2D2D03A00D08}"/>
          </ac:spMkLst>
        </pc:spChg>
        <pc:spChg chg="add mod">
          <ac:chgData name="Louisa Linkas" userId="b5954122-17db-4193-b575-95f63f01001a" providerId="ADAL" clId="{5C9DDE0B-84D2-5347-A66D-489676A6707F}" dt="2026-04-19T15:48:51.606" v="3332"/>
          <ac:spMkLst>
            <pc:docMk/>
            <pc:sldMk cId="3956150865" sldId="278"/>
            <ac:spMk id="49" creationId="{C15014B6-5019-1D48-B4A6-EDBDE14DA8F8}"/>
          </ac:spMkLst>
        </pc:spChg>
        <pc:spChg chg="add mod">
          <ac:chgData name="Louisa Linkas" userId="b5954122-17db-4193-b575-95f63f01001a" providerId="ADAL" clId="{5C9DDE0B-84D2-5347-A66D-489676A6707F}" dt="2026-04-19T15:48:51.607" v="3335"/>
          <ac:spMkLst>
            <pc:docMk/>
            <pc:sldMk cId="3956150865" sldId="278"/>
            <ac:spMk id="50" creationId="{CEC30E45-EBE2-FC4F-9681-31B1ADA887F8}"/>
          </ac:spMkLst>
        </pc:spChg>
        <pc:spChg chg="add mod">
          <ac:chgData name="Louisa Linkas" userId="b5954122-17db-4193-b575-95f63f01001a" providerId="ADAL" clId="{5C9DDE0B-84D2-5347-A66D-489676A6707F}" dt="2026-04-19T15:48:51.609" v="3343"/>
          <ac:spMkLst>
            <pc:docMk/>
            <pc:sldMk cId="3956150865" sldId="278"/>
            <ac:spMk id="51" creationId="{BE36845F-E0CF-FE43-B7BD-A8D3F7ECDC53}"/>
          </ac:spMkLst>
        </pc:spChg>
        <pc:spChg chg="add mod">
          <ac:chgData name="Louisa Linkas" userId="b5954122-17db-4193-b575-95f63f01001a" providerId="ADAL" clId="{5C9DDE0B-84D2-5347-A66D-489676A6707F}" dt="2026-04-19T15:48:51.610" v="3351"/>
          <ac:spMkLst>
            <pc:docMk/>
            <pc:sldMk cId="3956150865" sldId="278"/>
            <ac:spMk id="52" creationId="{41CAA2A0-0380-AF49-8230-A1077E6F00C8}"/>
          </ac:spMkLst>
        </pc:spChg>
      </pc:sldChg>
      <pc:sldChg chg="addSp modSp new del mod">
        <pc:chgData name="Louisa Linkas" userId="b5954122-17db-4193-b575-95f63f01001a" providerId="ADAL" clId="{5C9DDE0B-84D2-5347-A66D-489676A6707F}" dt="2026-04-19T16:42:39.888" v="4447" actId="2696"/>
        <pc:sldMkLst>
          <pc:docMk/>
          <pc:sldMk cId="2452534544" sldId="279"/>
        </pc:sldMkLst>
        <pc:spChg chg="add mod">
          <ac:chgData name="Louisa Linkas" userId="b5954122-17db-4193-b575-95f63f01001a" providerId="ADAL" clId="{5C9DDE0B-84D2-5347-A66D-489676A6707F}" dt="2026-04-19T15:49:32.891" v="3360"/>
          <ac:spMkLst>
            <pc:docMk/>
            <pc:sldMk cId="2452534544" sldId="279"/>
            <ac:spMk id="2" creationId="{E233F180-A1A3-894A-82AF-24D19E7D335F}"/>
          </ac:spMkLst>
        </pc:spChg>
        <pc:spChg chg="add mod">
          <ac:chgData name="Louisa Linkas" userId="b5954122-17db-4193-b575-95f63f01001a" providerId="ADAL" clId="{5C9DDE0B-84D2-5347-A66D-489676A6707F}" dt="2026-04-19T15:49:32.893" v="3368"/>
          <ac:spMkLst>
            <pc:docMk/>
            <pc:sldMk cId="2452534544" sldId="279"/>
            <ac:spMk id="3" creationId="{DB0EE78D-1E16-8F4A-A29B-24D919931C20}"/>
          </ac:spMkLst>
        </pc:spChg>
        <pc:spChg chg="add mod">
          <ac:chgData name="Louisa Linkas" userId="b5954122-17db-4193-b575-95f63f01001a" providerId="ADAL" clId="{5C9DDE0B-84D2-5347-A66D-489676A6707F}" dt="2026-04-19T15:49:32.894" v="3371"/>
          <ac:spMkLst>
            <pc:docMk/>
            <pc:sldMk cId="2452534544" sldId="279"/>
            <ac:spMk id="4" creationId="{21F9A86C-757B-F34F-AC9D-1192BCD2D215}"/>
          </ac:spMkLst>
        </pc:spChg>
        <pc:spChg chg="add mod">
          <ac:chgData name="Louisa Linkas" userId="b5954122-17db-4193-b575-95f63f01001a" providerId="ADAL" clId="{5C9DDE0B-84D2-5347-A66D-489676A6707F}" dt="2026-04-19T15:49:32.896" v="3379"/>
          <ac:spMkLst>
            <pc:docMk/>
            <pc:sldMk cId="2452534544" sldId="279"/>
            <ac:spMk id="5" creationId="{EE8E8AD9-BBCD-DD43-957C-1AB8C27BC4B8}"/>
          </ac:spMkLst>
        </pc:spChg>
        <pc:spChg chg="add mod">
          <ac:chgData name="Louisa Linkas" userId="b5954122-17db-4193-b575-95f63f01001a" providerId="ADAL" clId="{5C9DDE0B-84D2-5347-A66D-489676A6707F}" dt="2026-04-19T15:49:32.896" v="3382"/>
          <ac:spMkLst>
            <pc:docMk/>
            <pc:sldMk cId="2452534544" sldId="279"/>
            <ac:spMk id="6" creationId="{A5E612E1-86C3-9646-BB66-DD79BC974AE4}"/>
          </ac:spMkLst>
        </pc:spChg>
        <pc:spChg chg="add mod">
          <ac:chgData name="Louisa Linkas" userId="b5954122-17db-4193-b575-95f63f01001a" providerId="ADAL" clId="{5C9DDE0B-84D2-5347-A66D-489676A6707F}" dt="2026-04-19T15:49:32.898" v="3390"/>
          <ac:spMkLst>
            <pc:docMk/>
            <pc:sldMk cId="2452534544" sldId="279"/>
            <ac:spMk id="7" creationId="{ACA70E94-AFAD-7143-83A0-ED8013AD14E8}"/>
          </ac:spMkLst>
        </pc:spChg>
        <pc:spChg chg="add mod">
          <ac:chgData name="Louisa Linkas" userId="b5954122-17db-4193-b575-95f63f01001a" providerId="ADAL" clId="{5C9DDE0B-84D2-5347-A66D-489676A6707F}" dt="2026-04-19T15:49:32.900" v="3398"/>
          <ac:spMkLst>
            <pc:docMk/>
            <pc:sldMk cId="2452534544" sldId="279"/>
            <ac:spMk id="8" creationId="{7708148E-F006-C440-8067-281F2FB9B82C}"/>
          </ac:spMkLst>
        </pc:spChg>
        <pc:spChg chg="add mod">
          <ac:chgData name="Louisa Linkas" userId="b5954122-17db-4193-b575-95f63f01001a" providerId="ADAL" clId="{5C9DDE0B-84D2-5347-A66D-489676A6707F}" dt="2026-04-19T15:49:32.901" v="3406"/>
          <ac:spMkLst>
            <pc:docMk/>
            <pc:sldMk cId="2452534544" sldId="279"/>
            <ac:spMk id="9" creationId="{BFD559DF-14F4-EB4F-9A6E-EE04638B2672}"/>
          </ac:spMkLst>
        </pc:spChg>
        <pc:spChg chg="add mod">
          <ac:chgData name="Louisa Linkas" userId="b5954122-17db-4193-b575-95f63f01001a" providerId="ADAL" clId="{5C9DDE0B-84D2-5347-A66D-489676A6707F}" dt="2026-04-19T15:49:32.902" v="3409"/>
          <ac:spMkLst>
            <pc:docMk/>
            <pc:sldMk cId="2452534544" sldId="279"/>
            <ac:spMk id="10" creationId="{DF92125F-0189-2641-B403-1DB6F0C9E9D1}"/>
          </ac:spMkLst>
        </pc:spChg>
        <pc:spChg chg="add mod">
          <ac:chgData name="Louisa Linkas" userId="b5954122-17db-4193-b575-95f63f01001a" providerId="ADAL" clId="{5C9DDE0B-84D2-5347-A66D-489676A6707F}" dt="2026-04-19T15:49:32.904" v="3417"/>
          <ac:spMkLst>
            <pc:docMk/>
            <pc:sldMk cId="2452534544" sldId="279"/>
            <ac:spMk id="11" creationId="{3994D8A3-2DC4-6A40-AB8C-5B9863D4F67F}"/>
          </ac:spMkLst>
        </pc:spChg>
        <pc:spChg chg="add mod">
          <ac:chgData name="Louisa Linkas" userId="b5954122-17db-4193-b575-95f63f01001a" providerId="ADAL" clId="{5C9DDE0B-84D2-5347-A66D-489676A6707F}" dt="2026-04-19T15:50:00.945" v="3525"/>
          <ac:spMkLst>
            <pc:docMk/>
            <pc:sldMk cId="2452534544" sldId="279"/>
            <ac:spMk id="12" creationId="{75637C73-1491-4D46-AA49-9C6D3D157CDE}"/>
          </ac:spMkLst>
        </pc:spChg>
        <pc:spChg chg="add mod">
          <ac:chgData name="Louisa Linkas" userId="b5954122-17db-4193-b575-95f63f01001a" providerId="ADAL" clId="{5C9DDE0B-84D2-5347-A66D-489676A6707F}" dt="2026-04-19T15:49:32.907" v="3428"/>
          <ac:spMkLst>
            <pc:docMk/>
            <pc:sldMk cId="2452534544" sldId="279"/>
            <ac:spMk id="13" creationId="{A4EA838A-473B-3443-A9F7-5CE09E5F479F}"/>
          </ac:spMkLst>
        </pc:spChg>
        <pc:spChg chg="add mod">
          <ac:chgData name="Louisa Linkas" userId="b5954122-17db-4193-b575-95f63f01001a" providerId="ADAL" clId="{5C9DDE0B-84D2-5347-A66D-489676A6707F}" dt="2026-04-19T15:49:32.908" v="3436"/>
          <ac:spMkLst>
            <pc:docMk/>
            <pc:sldMk cId="2452534544" sldId="279"/>
            <ac:spMk id="14" creationId="{C636DE3A-3574-A14F-9284-54ABB013D848}"/>
          </ac:spMkLst>
        </pc:spChg>
        <pc:spChg chg="add mod">
          <ac:chgData name="Louisa Linkas" userId="b5954122-17db-4193-b575-95f63f01001a" providerId="ADAL" clId="{5C9DDE0B-84D2-5347-A66D-489676A6707F}" dt="2026-04-19T15:50:53.728" v="3790"/>
          <ac:spMkLst>
            <pc:docMk/>
            <pc:sldMk cId="2452534544" sldId="279"/>
            <ac:spMk id="15" creationId="{AC086A9C-7142-A043-965E-D9FCFE5E5BDC}"/>
          </ac:spMkLst>
        </pc:spChg>
        <pc:spChg chg="add mod">
          <ac:chgData name="Louisa Linkas" userId="b5954122-17db-4193-b575-95f63f01001a" providerId="ADAL" clId="{5C9DDE0B-84D2-5347-A66D-489676A6707F}" dt="2026-04-19T15:49:32.912" v="3452"/>
          <ac:spMkLst>
            <pc:docMk/>
            <pc:sldMk cId="2452534544" sldId="279"/>
            <ac:spMk id="16" creationId="{69DCECE2-ED13-2B4E-9A5D-EC29CC938B0B}"/>
          </ac:spMkLst>
        </pc:spChg>
        <pc:spChg chg="add mod">
          <ac:chgData name="Louisa Linkas" userId="b5954122-17db-4193-b575-95f63f01001a" providerId="ADAL" clId="{5C9DDE0B-84D2-5347-A66D-489676A6707F}" dt="2026-04-19T15:49:32.914" v="3460"/>
          <ac:spMkLst>
            <pc:docMk/>
            <pc:sldMk cId="2452534544" sldId="279"/>
            <ac:spMk id="17" creationId="{6A9FD741-76D5-0843-BED4-C01F5CB5A221}"/>
          </ac:spMkLst>
        </pc:spChg>
        <pc:spChg chg="add mod">
          <ac:chgData name="Louisa Linkas" userId="b5954122-17db-4193-b575-95f63f01001a" providerId="ADAL" clId="{5C9DDE0B-84D2-5347-A66D-489676A6707F}" dt="2026-04-19T15:49:32.914" v="3463"/>
          <ac:spMkLst>
            <pc:docMk/>
            <pc:sldMk cId="2452534544" sldId="279"/>
            <ac:spMk id="18" creationId="{43978B40-525E-694A-B6F8-77786DABB9C9}"/>
          </ac:spMkLst>
        </pc:spChg>
        <pc:spChg chg="add mod">
          <ac:chgData name="Louisa Linkas" userId="b5954122-17db-4193-b575-95f63f01001a" providerId="ADAL" clId="{5C9DDE0B-84D2-5347-A66D-489676A6707F}" dt="2026-04-19T15:49:32.916" v="3471"/>
          <ac:spMkLst>
            <pc:docMk/>
            <pc:sldMk cId="2452534544" sldId="279"/>
            <ac:spMk id="19" creationId="{CBDA3D84-F285-C64D-B1F7-F57D1B147945}"/>
          </ac:spMkLst>
        </pc:spChg>
        <pc:spChg chg="add mod">
          <ac:chgData name="Louisa Linkas" userId="b5954122-17db-4193-b575-95f63f01001a" providerId="ADAL" clId="{5C9DDE0B-84D2-5347-A66D-489676A6707F}" dt="2026-04-19T15:50:00.945" v="3528"/>
          <ac:spMkLst>
            <pc:docMk/>
            <pc:sldMk cId="2452534544" sldId="279"/>
            <ac:spMk id="20" creationId="{4D719E53-5BE5-FB43-AE5B-A4B1C36832FA}"/>
          </ac:spMkLst>
        </pc:spChg>
        <pc:spChg chg="add mod">
          <ac:chgData name="Louisa Linkas" userId="b5954122-17db-4193-b575-95f63f01001a" providerId="ADAL" clId="{5C9DDE0B-84D2-5347-A66D-489676A6707F}" dt="2026-04-19T15:49:32.919" v="3482"/>
          <ac:spMkLst>
            <pc:docMk/>
            <pc:sldMk cId="2452534544" sldId="279"/>
            <ac:spMk id="21" creationId="{D1CE28CA-2E62-E541-99CE-0A6BDC35367F}"/>
          </ac:spMkLst>
        </pc:spChg>
        <pc:spChg chg="add mod">
          <ac:chgData name="Louisa Linkas" userId="b5954122-17db-4193-b575-95f63f01001a" providerId="ADAL" clId="{5C9DDE0B-84D2-5347-A66D-489676A6707F}" dt="2026-04-19T15:49:32.920" v="3490"/>
          <ac:spMkLst>
            <pc:docMk/>
            <pc:sldMk cId="2452534544" sldId="279"/>
            <ac:spMk id="22" creationId="{BC16752F-CB9E-834F-B22A-A045812582F4}"/>
          </ac:spMkLst>
        </pc:spChg>
        <pc:spChg chg="add mod">
          <ac:chgData name="Louisa Linkas" userId="b5954122-17db-4193-b575-95f63f01001a" providerId="ADAL" clId="{5C9DDE0B-84D2-5347-A66D-489676A6707F}" dt="2026-04-19T15:50:53.728" v="3791"/>
          <ac:spMkLst>
            <pc:docMk/>
            <pc:sldMk cId="2452534544" sldId="279"/>
            <ac:spMk id="23" creationId="{EC2E92A0-8E53-3544-9871-9097473752CE}"/>
          </ac:spMkLst>
        </pc:spChg>
        <pc:spChg chg="add mod">
          <ac:chgData name="Louisa Linkas" userId="b5954122-17db-4193-b575-95f63f01001a" providerId="ADAL" clId="{5C9DDE0B-84D2-5347-A66D-489676A6707F}" dt="2026-04-19T15:49:32.924" v="3506"/>
          <ac:spMkLst>
            <pc:docMk/>
            <pc:sldMk cId="2452534544" sldId="279"/>
            <ac:spMk id="24" creationId="{EE592B6F-AAF1-1C4A-992B-D7A2E852997B}"/>
          </ac:spMkLst>
        </pc:spChg>
        <pc:spChg chg="add mod">
          <ac:chgData name="Louisa Linkas" userId="b5954122-17db-4193-b575-95f63f01001a" providerId="ADAL" clId="{5C9DDE0B-84D2-5347-A66D-489676A6707F}" dt="2026-04-19T16:36:06.887" v="4018" actId="20577"/>
          <ac:spMkLst>
            <pc:docMk/>
            <pc:sldMk cId="2452534544" sldId="279"/>
            <ac:spMk id="25" creationId="{682D372F-89B5-C44E-988B-8B58F71914E4}"/>
          </ac:spMkLst>
        </pc:spChg>
        <pc:spChg chg="add mod">
          <ac:chgData name="Louisa Linkas" userId="b5954122-17db-4193-b575-95f63f01001a" providerId="ADAL" clId="{5C9DDE0B-84D2-5347-A66D-489676A6707F}" dt="2026-04-19T15:49:32.928" v="3522"/>
          <ac:spMkLst>
            <pc:docMk/>
            <pc:sldMk cId="2452534544" sldId="279"/>
            <ac:spMk id="26" creationId="{41542EED-1DA0-F940-822D-3F4EF63930DA}"/>
          </ac:spMkLst>
        </pc:spChg>
        <pc:spChg chg="add mod">
          <ac:chgData name="Louisa Linkas" userId="b5954122-17db-4193-b575-95f63f01001a" providerId="ADAL" clId="{5C9DDE0B-84D2-5347-A66D-489676A6707F}" dt="2026-04-19T15:50:00.947" v="3537"/>
          <ac:spMkLst>
            <pc:docMk/>
            <pc:sldMk cId="2452534544" sldId="279"/>
            <ac:spMk id="27" creationId="{EA023305-DAAB-BC44-962E-335698B44948}"/>
          </ac:spMkLst>
        </pc:spChg>
        <pc:spChg chg="add mod">
          <ac:chgData name="Louisa Linkas" userId="b5954122-17db-4193-b575-95f63f01001a" providerId="ADAL" clId="{5C9DDE0B-84D2-5347-A66D-489676A6707F}" dt="2026-04-19T15:50:00.949" v="3545"/>
          <ac:spMkLst>
            <pc:docMk/>
            <pc:sldMk cId="2452534544" sldId="279"/>
            <ac:spMk id="28" creationId="{1F40D83E-B1FE-0A43-BA8A-CC3216E609DA}"/>
          </ac:spMkLst>
        </pc:spChg>
        <pc:spChg chg="add mod">
          <ac:chgData name="Louisa Linkas" userId="b5954122-17db-4193-b575-95f63f01001a" providerId="ADAL" clId="{5C9DDE0B-84D2-5347-A66D-489676A6707F}" dt="2026-04-19T15:50:00.951" v="3553"/>
          <ac:spMkLst>
            <pc:docMk/>
            <pc:sldMk cId="2452534544" sldId="279"/>
            <ac:spMk id="29" creationId="{4C8D61FA-DB41-DC41-A922-619C36EC3B2C}"/>
          </ac:spMkLst>
        </pc:spChg>
      </pc:sldChg>
      <pc:sldChg chg="addSp modSp new mod">
        <pc:chgData name="Louisa Linkas" userId="b5954122-17db-4193-b575-95f63f01001a" providerId="ADAL" clId="{5C9DDE0B-84D2-5347-A66D-489676A6707F}" dt="2026-04-19T16:42:35.609" v="4446" actId="20577"/>
        <pc:sldMkLst>
          <pc:docMk/>
          <pc:sldMk cId="3422917235" sldId="280"/>
        </pc:sldMkLst>
        <pc:spChg chg="add mod">
          <ac:chgData name="Louisa Linkas" userId="b5954122-17db-4193-b575-95f63f01001a" providerId="ADAL" clId="{5C9DDE0B-84D2-5347-A66D-489676A6707F}" dt="2026-04-19T15:50:32.154" v="3562"/>
          <ac:spMkLst>
            <pc:docMk/>
            <pc:sldMk cId="3422917235" sldId="280"/>
            <ac:spMk id="2" creationId="{2781934B-F257-F040-BD60-F6D68682B90E}"/>
          </ac:spMkLst>
        </pc:spChg>
        <pc:spChg chg="add mod">
          <ac:chgData name="Louisa Linkas" userId="b5954122-17db-4193-b575-95f63f01001a" providerId="ADAL" clId="{5C9DDE0B-84D2-5347-A66D-489676A6707F}" dt="2026-04-19T15:50:32.156" v="3570"/>
          <ac:spMkLst>
            <pc:docMk/>
            <pc:sldMk cId="3422917235" sldId="280"/>
            <ac:spMk id="3" creationId="{B82E666C-7B3A-7146-A866-8DC9431E0BD2}"/>
          </ac:spMkLst>
        </pc:spChg>
        <pc:spChg chg="add mod">
          <ac:chgData name="Louisa Linkas" userId="b5954122-17db-4193-b575-95f63f01001a" providerId="ADAL" clId="{5C9DDE0B-84D2-5347-A66D-489676A6707F}" dt="2026-04-19T15:50:32.157" v="3573"/>
          <ac:spMkLst>
            <pc:docMk/>
            <pc:sldMk cId="3422917235" sldId="280"/>
            <ac:spMk id="4" creationId="{3AB357C2-A1B3-7A43-9A5C-5B076FB3442A}"/>
          </ac:spMkLst>
        </pc:spChg>
        <pc:spChg chg="add mod">
          <ac:chgData name="Louisa Linkas" userId="b5954122-17db-4193-b575-95f63f01001a" providerId="ADAL" clId="{5C9DDE0B-84D2-5347-A66D-489676A6707F}" dt="2026-04-19T15:50:32.158" v="3581"/>
          <ac:spMkLst>
            <pc:docMk/>
            <pc:sldMk cId="3422917235" sldId="280"/>
            <ac:spMk id="5" creationId="{B0DD3F4B-053E-1049-8516-620336212E34}"/>
          </ac:spMkLst>
        </pc:spChg>
        <pc:spChg chg="add mod">
          <ac:chgData name="Louisa Linkas" userId="b5954122-17db-4193-b575-95f63f01001a" providerId="ADAL" clId="{5C9DDE0B-84D2-5347-A66D-489676A6707F}" dt="2026-04-19T15:50:32.160" v="3589"/>
          <ac:spMkLst>
            <pc:docMk/>
            <pc:sldMk cId="3422917235" sldId="280"/>
            <ac:spMk id="6" creationId="{24E470E8-FAFD-0D4E-9CAE-6288C4B3C91A}"/>
          </ac:spMkLst>
        </pc:spChg>
        <pc:spChg chg="add mod">
          <ac:chgData name="Louisa Linkas" userId="b5954122-17db-4193-b575-95f63f01001a" providerId="ADAL" clId="{5C9DDE0B-84D2-5347-A66D-489676A6707F}" dt="2026-04-19T16:37:51.388" v="4065" actId="20577"/>
          <ac:spMkLst>
            <pc:docMk/>
            <pc:sldMk cId="3422917235" sldId="280"/>
            <ac:spMk id="7" creationId="{15124959-1B88-6849-A84E-6B0EEDBB3B17}"/>
          </ac:spMkLst>
        </pc:spChg>
        <pc:spChg chg="add mod">
          <ac:chgData name="Louisa Linkas" userId="b5954122-17db-4193-b575-95f63f01001a" providerId="ADAL" clId="{5C9DDE0B-84D2-5347-A66D-489676A6707F}" dt="2026-04-19T16:37:59.647" v="4080" actId="20577"/>
          <ac:spMkLst>
            <pc:docMk/>
            <pc:sldMk cId="3422917235" sldId="280"/>
            <ac:spMk id="8" creationId="{C85DB7BC-2A85-6B4A-A229-BC96F6BCDC81}"/>
          </ac:spMkLst>
        </pc:spChg>
        <pc:spChg chg="add mod">
          <ac:chgData name="Louisa Linkas" userId="b5954122-17db-4193-b575-95f63f01001a" providerId="ADAL" clId="{5C9DDE0B-84D2-5347-A66D-489676A6707F}" dt="2026-04-19T15:50:32.165" v="3613"/>
          <ac:spMkLst>
            <pc:docMk/>
            <pc:sldMk cId="3422917235" sldId="280"/>
            <ac:spMk id="9" creationId="{40DE46DA-DAF7-DC41-BE9C-80E1FD1DB2A6}"/>
          </ac:spMkLst>
        </pc:spChg>
        <pc:spChg chg="add mod">
          <ac:chgData name="Louisa Linkas" userId="b5954122-17db-4193-b575-95f63f01001a" providerId="ADAL" clId="{5C9DDE0B-84D2-5347-A66D-489676A6707F}" dt="2026-04-19T15:50:32.167" v="3621"/>
          <ac:spMkLst>
            <pc:docMk/>
            <pc:sldMk cId="3422917235" sldId="280"/>
            <ac:spMk id="10" creationId="{A43AABB3-16FB-304B-9EA7-A19E6C9EADC2}"/>
          </ac:spMkLst>
        </pc:spChg>
        <pc:spChg chg="add mod">
          <ac:chgData name="Louisa Linkas" userId="b5954122-17db-4193-b575-95f63f01001a" providerId="ADAL" clId="{5C9DDE0B-84D2-5347-A66D-489676A6707F}" dt="2026-04-19T16:38:19.602" v="4086" actId="20577"/>
          <ac:spMkLst>
            <pc:docMk/>
            <pc:sldMk cId="3422917235" sldId="280"/>
            <ac:spMk id="11" creationId="{D5F60A8D-4D4A-764F-B34A-B8AC666F1965}"/>
          </ac:spMkLst>
        </pc:spChg>
        <pc:spChg chg="add mod">
          <ac:chgData name="Louisa Linkas" userId="b5954122-17db-4193-b575-95f63f01001a" providerId="ADAL" clId="{5C9DDE0B-84D2-5347-A66D-489676A6707F}" dt="2026-04-19T15:50:32.170" v="3637"/>
          <ac:spMkLst>
            <pc:docMk/>
            <pc:sldMk cId="3422917235" sldId="280"/>
            <ac:spMk id="12" creationId="{A35963EF-2729-AC4C-928C-D56778F193DF}"/>
          </ac:spMkLst>
        </pc:spChg>
        <pc:spChg chg="add mod">
          <ac:chgData name="Louisa Linkas" userId="b5954122-17db-4193-b575-95f63f01001a" providerId="ADAL" clId="{5C9DDE0B-84D2-5347-A66D-489676A6707F}" dt="2026-04-19T15:50:32.172" v="3645"/>
          <ac:spMkLst>
            <pc:docMk/>
            <pc:sldMk cId="3422917235" sldId="280"/>
            <ac:spMk id="13" creationId="{CE2B8D3C-B283-1142-B820-CCF483081DB5}"/>
          </ac:spMkLst>
        </pc:spChg>
        <pc:spChg chg="add mod">
          <ac:chgData name="Louisa Linkas" userId="b5954122-17db-4193-b575-95f63f01001a" providerId="ADAL" clId="{5C9DDE0B-84D2-5347-A66D-489676A6707F}" dt="2026-04-19T16:38:37.028" v="4092" actId="14100"/>
          <ac:spMkLst>
            <pc:docMk/>
            <pc:sldMk cId="3422917235" sldId="280"/>
            <ac:spMk id="14" creationId="{5FA3E841-C025-1845-9611-79DF40E50386}"/>
          </ac:spMkLst>
        </pc:spChg>
        <pc:spChg chg="add mod">
          <ac:chgData name="Louisa Linkas" userId="b5954122-17db-4193-b575-95f63f01001a" providerId="ADAL" clId="{5C9DDE0B-84D2-5347-A66D-489676A6707F}" dt="2026-04-19T15:50:32.175" v="3661"/>
          <ac:spMkLst>
            <pc:docMk/>
            <pc:sldMk cId="3422917235" sldId="280"/>
            <ac:spMk id="15" creationId="{09405631-25CB-0E41-A3D0-E3E0CB47D249}"/>
          </ac:spMkLst>
        </pc:spChg>
        <pc:spChg chg="add mod">
          <ac:chgData name="Louisa Linkas" userId="b5954122-17db-4193-b575-95f63f01001a" providerId="ADAL" clId="{5C9DDE0B-84D2-5347-A66D-489676A6707F}" dt="2026-04-19T15:50:32.177" v="3669"/>
          <ac:spMkLst>
            <pc:docMk/>
            <pc:sldMk cId="3422917235" sldId="280"/>
            <ac:spMk id="16" creationId="{68AE9CC1-F4CB-0F4F-8E00-DB8983BA60EE}"/>
          </ac:spMkLst>
        </pc:spChg>
        <pc:spChg chg="add mod">
          <ac:chgData name="Louisa Linkas" userId="b5954122-17db-4193-b575-95f63f01001a" providerId="ADAL" clId="{5C9DDE0B-84D2-5347-A66D-489676A6707F}" dt="2026-04-19T16:34:12.048" v="3910" actId="20577"/>
          <ac:spMkLst>
            <pc:docMk/>
            <pc:sldMk cId="3422917235" sldId="280"/>
            <ac:spMk id="17" creationId="{6919211C-65FC-9E4F-A91B-D40D511FE172}"/>
          </ac:spMkLst>
        </pc:spChg>
        <pc:spChg chg="add mod">
          <ac:chgData name="Louisa Linkas" userId="b5954122-17db-4193-b575-95f63f01001a" providerId="ADAL" clId="{5C9DDE0B-84D2-5347-A66D-489676A6707F}" dt="2026-04-19T15:50:32.180" v="3685"/>
          <ac:spMkLst>
            <pc:docMk/>
            <pc:sldMk cId="3422917235" sldId="280"/>
            <ac:spMk id="18" creationId="{00B667B1-83EF-DC47-B541-491B3E5DD301}"/>
          </ac:spMkLst>
        </pc:spChg>
        <pc:spChg chg="add mod">
          <ac:chgData name="Louisa Linkas" userId="b5954122-17db-4193-b575-95f63f01001a" providerId="ADAL" clId="{5C9DDE0B-84D2-5347-A66D-489676A6707F}" dt="2026-04-19T15:50:32.182" v="3693"/>
          <ac:spMkLst>
            <pc:docMk/>
            <pc:sldMk cId="3422917235" sldId="280"/>
            <ac:spMk id="19" creationId="{A843E2CF-7405-FC45-AB46-FA726ECB2E81}"/>
          </ac:spMkLst>
        </pc:spChg>
        <pc:spChg chg="add mod">
          <ac:chgData name="Louisa Linkas" userId="b5954122-17db-4193-b575-95f63f01001a" providerId="ADAL" clId="{5C9DDE0B-84D2-5347-A66D-489676A6707F}" dt="2026-04-19T15:50:32.184" v="3701"/>
          <ac:spMkLst>
            <pc:docMk/>
            <pc:sldMk cId="3422917235" sldId="280"/>
            <ac:spMk id="20" creationId="{756C7097-6EF7-AC48-A6E0-1722E9D52DF2}"/>
          </ac:spMkLst>
        </pc:spChg>
        <pc:spChg chg="add mod">
          <ac:chgData name="Louisa Linkas" userId="b5954122-17db-4193-b575-95f63f01001a" providerId="ADAL" clId="{5C9DDE0B-84D2-5347-A66D-489676A6707F}" dt="2026-04-19T16:39:22.140" v="4170" actId="20577"/>
          <ac:spMkLst>
            <pc:docMk/>
            <pc:sldMk cId="3422917235" sldId="280"/>
            <ac:spMk id="21" creationId="{35120E4E-AF88-3341-8F49-3A30F9B01DBD}"/>
          </ac:spMkLst>
        </pc:spChg>
        <pc:spChg chg="add mod">
          <ac:chgData name="Louisa Linkas" userId="b5954122-17db-4193-b575-95f63f01001a" providerId="ADAL" clId="{5C9DDE0B-84D2-5347-A66D-489676A6707F}" dt="2026-04-19T15:50:32.187" v="3717"/>
          <ac:spMkLst>
            <pc:docMk/>
            <pc:sldMk cId="3422917235" sldId="280"/>
            <ac:spMk id="22" creationId="{13932395-A6C9-C442-955D-7B510F02D589}"/>
          </ac:spMkLst>
        </pc:spChg>
        <pc:spChg chg="add mod">
          <ac:chgData name="Louisa Linkas" userId="b5954122-17db-4193-b575-95f63f01001a" providerId="ADAL" clId="{5C9DDE0B-84D2-5347-A66D-489676A6707F}" dt="2026-04-19T15:50:32.189" v="3725"/>
          <ac:spMkLst>
            <pc:docMk/>
            <pc:sldMk cId="3422917235" sldId="280"/>
            <ac:spMk id="23" creationId="{6B498FE5-9077-6843-AAC4-ED1A49574EAC}"/>
          </ac:spMkLst>
        </pc:spChg>
        <pc:spChg chg="add mod">
          <ac:chgData name="Louisa Linkas" userId="b5954122-17db-4193-b575-95f63f01001a" providerId="ADAL" clId="{5C9DDE0B-84D2-5347-A66D-489676A6707F}" dt="2026-04-19T16:39:35.416" v="4176" actId="20577"/>
          <ac:spMkLst>
            <pc:docMk/>
            <pc:sldMk cId="3422917235" sldId="280"/>
            <ac:spMk id="24" creationId="{FC121899-76C8-AD43-B5C6-26116BD073D1}"/>
          </ac:spMkLst>
        </pc:spChg>
        <pc:spChg chg="add mod">
          <ac:chgData name="Louisa Linkas" userId="b5954122-17db-4193-b575-95f63f01001a" providerId="ADAL" clId="{5C9DDE0B-84D2-5347-A66D-489676A6707F}" dt="2026-04-19T15:50:32.193" v="3741"/>
          <ac:spMkLst>
            <pc:docMk/>
            <pc:sldMk cId="3422917235" sldId="280"/>
            <ac:spMk id="25" creationId="{1C833995-6699-7F4F-A0A8-9C06665FA06D}"/>
          </ac:spMkLst>
        </pc:spChg>
        <pc:spChg chg="add mod">
          <ac:chgData name="Louisa Linkas" userId="b5954122-17db-4193-b575-95f63f01001a" providerId="ADAL" clId="{5C9DDE0B-84D2-5347-A66D-489676A6707F}" dt="2026-04-19T15:50:32.194" v="3749"/>
          <ac:spMkLst>
            <pc:docMk/>
            <pc:sldMk cId="3422917235" sldId="280"/>
            <ac:spMk id="26" creationId="{54199B47-7866-7D4C-A7CB-55D1D245F82B}"/>
          </ac:spMkLst>
        </pc:spChg>
        <pc:spChg chg="add mod">
          <ac:chgData name="Louisa Linkas" userId="b5954122-17db-4193-b575-95f63f01001a" providerId="ADAL" clId="{5C9DDE0B-84D2-5347-A66D-489676A6707F}" dt="2026-04-19T15:50:32.196" v="3757"/>
          <ac:spMkLst>
            <pc:docMk/>
            <pc:sldMk cId="3422917235" sldId="280"/>
            <ac:spMk id="27" creationId="{1E52DFB7-56FF-6E43-AC06-4F3D744CB9B6}"/>
          </ac:spMkLst>
        </pc:spChg>
        <pc:spChg chg="add mod">
          <ac:chgData name="Louisa Linkas" userId="b5954122-17db-4193-b575-95f63f01001a" providerId="ADAL" clId="{5C9DDE0B-84D2-5347-A66D-489676A6707F}" dt="2026-04-19T15:50:32.198" v="3765"/>
          <ac:spMkLst>
            <pc:docMk/>
            <pc:sldMk cId="3422917235" sldId="280"/>
            <ac:spMk id="28" creationId="{E37807D6-CDBE-B446-B19C-024E24C1D2FD}"/>
          </ac:spMkLst>
        </pc:spChg>
        <pc:spChg chg="add mod">
          <ac:chgData name="Louisa Linkas" userId="b5954122-17db-4193-b575-95f63f01001a" providerId="ADAL" clId="{5C9DDE0B-84D2-5347-A66D-489676A6707F}" dt="2026-04-19T15:50:32.200" v="3773"/>
          <ac:spMkLst>
            <pc:docMk/>
            <pc:sldMk cId="3422917235" sldId="280"/>
            <ac:spMk id="29" creationId="{C1648820-419C-AE4C-B844-43AE9A7BD8EC}"/>
          </ac:spMkLst>
        </pc:spChg>
        <pc:spChg chg="add mod">
          <ac:chgData name="Louisa Linkas" userId="b5954122-17db-4193-b575-95f63f01001a" providerId="ADAL" clId="{5C9DDE0B-84D2-5347-A66D-489676A6707F}" dt="2026-04-19T16:42:35.609" v="4446" actId="20577"/>
          <ac:spMkLst>
            <pc:docMk/>
            <pc:sldMk cId="3422917235" sldId="280"/>
            <ac:spMk id="30" creationId="{24681CC5-E08B-474A-9C51-817FE3C2E262}"/>
          </ac:spMkLst>
        </pc:spChg>
        <pc:spChg chg="add mod">
          <ac:chgData name="Louisa Linkas" userId="b5954122-17db-4193-b575-95f63f01001a" providerId="ADAL" clId="{5C9DDE0B-84D2-5347-A66D-489676A6707F}" dt="2026-04-19T16:41:44.577" v="4384" actId="1076"/>
          <ac:spMkLst>
            <pc:docMk/>
            <pc:sldMk cId="3422917235" sldId="280"/>
            <ac:spMk id="31" creationId="{803BE042-EA66-6D40-B1EB-84D5EFC54672}"/>
          </ac:spMkLst>
        </pc:spChg>
      </pc:sldChg>
      <pc:sldMasterChg chg="del delSldLayout">
        <pc:chgData name="Louisa Linkas" userId="b5954122-17db-4193-b575-95f63f01001a" providerId="ADAL" clId="{5C9DDE0B-84D2-5347-A66D-489676A6707F}" dt="2026-04-18T19:39:52.925" v="4"/>
        <pc:sldMasterMkLst>
          <pc:docMk/>
          <pc:sldMasterMk cId="0" sldId="2147483652"/>
        </pc:sldMasterMkLst>
        <pc:sldLayoutChg chg="del">
          <pc:chgData name="Louisa Linkas" userId="b5954122-17db-4193-b575-95f63f01001a" providerId="ADAL" clId="{5C9DDE0B-84D2-5347-A66D-489676A6707F}" dt="2026-04-18T19:39:52.925" v="4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add addSldLayout">
        <pc:chgData name="Louisa Linkas" userId="b5954122-17db-4193-b575-95f63f01001a" providerId="ADAL" clId="{5C9DDE0B-84D2-5347-A66D-489676A6707F}" dt="2026-04-18T19:39:52.854" v="0"/>
        <pc:sldMasterMkLst>
          <pc:docMk/>
          <pc:sldMasterMk cId="0" sldId="2147483654"/>
        </pc:sldMasterMkLst>
        <pc:sldLayoutChg chg="add">
          <pc:chgData name="Louisa Linkas" userId="b5954122-17db-4193-b575-95f63f01001a" providerId="ADAL" clId="{5C9DDE0B-84D2-5347-A66D-489676A6707F}" dt="2026-04-18T19:39:52.854" v="0"/>
          <pc:sldLayoutMkLst>
            <pc:docMk/>
            <pc:sldMasterMk cId="0" sldId="2147483654"/>
            <pc:sldLayoutMk cId="0" sldId="21474836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06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757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78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BottomAccent"/>
          <p:cNvSpPr/>
          <p:nvPr userDrawn="1"/>
        </p:nvSpPr>
        <p:spPr>
          <a:xfrm>
            <a:off x="406400" y="4889500"/>
            <a:ext cx="8331200" cy="2540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BottomAccent"/>
          <p:cNvSpPr/>
          <p:nvPr userDrawn="1"/>
        </p:nvSpPr>
        <p:spPr>
          <a:xfrm>
            <a:off x="457200" y="6629400"/>
            <a:ext cx="8229600" cy="19050"/>
          </a:xfrm>
          <a:prstGeom prst="rect">
            <a:avLst/>
          </a:prstGeom>
          <a:solidFill>
            <a:srgbClr val="C9B98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EDE6D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EDE6D3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EDE6D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EDE6D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EDE6D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EDE6D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DE6D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DE6D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DE6D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EDE6D3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DE6D3"/>
          </a:solidFill>
        </a:defRPr>
      </a:defPPr>
      <a:lvl1pPr marL="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DE6D3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D02C840-28B9-174A-B1B0-3D28E1B84C7E}"/>
              </a:ext>
            </a:extLst>
          </p:cNvPr>
          <p:cNvSpPr txBox="1"/>
          <p:nvPr/>
        </p:nvSpPr>
        <p:spPr>
          <a:xfrm>
            <a:off x="584200" y="1936750"/>
            <a:ext cx="81534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 dirty="0">
                <a:solidFill>
                  <a:srgbClr val="EDE6D3"/>
                </a:solidFill>
                <a:latin typeface="Times New Roman"/>
                <a:cs typeface="Times New Roman"/>
              </a:rPr>
              <a:t>Can people reliably distinguish
AI-generated images from real photographs?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6E3BB-343F-4649-93ED-F1607E8CD226}"/>
              </a:ext>
            </a:extLst>
          </p:cNvPr>
          <p:cNvSpPr txBox="1"/>
          <p:nvPr/>
        </p:nvSpPr>
        <p:spPr>
          <a:xfrm>
            <a:off x="584200" y="2921000"/>
            <a:ext cx="815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C9B982"/>
                </a:solidFill>
                <a:latin typeface="Times New Roman"/>
                <a:cs typeface="Times New Roman"/>
              </a:rPr>
              <a:t>Who's better at it — and does self-reported AI exposure help?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C4ECCD-F938-3445-BC01-E36A04E2C649}"/>
              </a:ext>
            </a:extLst>
          </p:cNvPr>
          <p:cNvSpPr txBox="1"/>
          <p:nvPr/>
        </p:nvSpPr>
        <p:spPr>
          <a:xfrm>
            <a:off x="584200" y="380568"/>
            <a:ext cx="81534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dirty="0">
                <a:solidFill>
                  <a:srgbClr val="EDE6D3"/>
                </a:solidFill>
                <a:latin typeface="Times New Roman"/>
                <a:cs typeface="Times New Roman"/>
              </a:rPr>
              <a:t>misinformation  ·  digital literacy  ·  generational gaps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A530D-A4A2-A04A-BDB3-2D4AB5D054CB}"/>
              </a:ext>
            </a:extLst>
          </p:cNvPr>
          <p:cNvSpPr txBox="1"/>
          <p:nvPr/>
        </p:nvSpPr>
        <p:spPr>
          <a:xfrm>
            <a:off x="584200" y="4635500"/>
            <a:ext cx="8153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rgbClr val="8FA3B8"/>
                </a:solidFill>
                <a:latin typeface="Times New Roman"/>
                <a:cs typeface="Times New Roman"/>
              </a:rPr>
              <a:t>Ordered probit analysis  ·  N = </a:t>
            </a:r>
            <a:r>
              <a:rPr lang="en-US" sz="1100" dirty="0">
                <a:solidFill>
                  <a:srgbClr val="8FA3B8"/>
                </a:solidFill>
                <a:cs typeface="Times New Roman"/>
              </a:rPr>
              <a:t>508  ·  Lulu, Maddy and Seamus </a:t>
            </a:r>
            <a:endParaRPr lang="en-US" sz="1100" dirty="0">
              <a:solidFill>
                <a:srgbClr val="8FA3B8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484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4F08ABF-CE87-4241-80AF-50EB4C676E7D}"/>
              </a:ext>
            </a:extLst>
          </p:cNvPr>
          <p:cNvSpPr txBox="1"/>
          <p:nvPr/>
        </p:nvSpPr>
        <p:spPr>
          <a:xfrm>
            <a:off x="6604000" y="203200"/>
            <a:ext cx="215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02  ·  Study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45D2A-8D3B-E246-9F92-4F7BCA9551A5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EDE6D3"/>
                </a:solidFill>
                <a:latin typeface="Times New Roman"/>
                <a:cs typeface="Times New Roman"/>
              </a:rPr>
              <a:t>Study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319ADA-5CA1-A940-BC6D-CEBD50297211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3A0FAE-590F-E047-B033-F809456F231F}"/>
              </a:ext>
            </a:extLst>
          </p:cNvPr>
          <p:cNvSpPr txBox="1"/>
          <p:nvPr/>
        </p:nvSpPr>
        <p:spPr>
          <a:xfrm>
            <a:off x="406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THE SURVEY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924BE-0454-7A40-9B49-AFCBF22D4C9C}"/>
              </a:ext>
            </a:extLst>
          </p:cNvPr>
          <p:cNvSpPr txBox="1"/>
          <p:nvPr/>
        </p:nvSpPr>
        <p:spPr>
          <a:xfrm>
            <a:off x="406400" y="1422400"/>
            <a:ext cx="40132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EDE6D3"/>
                </a:solidFill>
                <a:latin typeface="Times New Roman"/>
                <a:cs typeface="Times New Roman"/>
              </a:rPr>
              <a:t>Qualtrics survey distributed at Bowdoin.
Each respondent classified 10 images
(5 AI-generated, 5 real) as AI or Real.
Two attention checks embedded.
Raw n = 508.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CB8268-FE7E-6E4A-B50D-37BA6C9FF8E9}"/>
              </a:ext>
            </a:extLst>
          </p:cNvPr>
          <p:cNvSpPr txBox="1"/>
          <p:nvPr/>
        </p:nvSpPr>
        <p:spPr>
          <a:xfrm>
            <a:off x="4724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WHAT WE COLLECTED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122FC-5A7F-614B-AFED-54F863B38766}"/>
              </a:ext>
            </a:extLst>
          </p:cNvPr>
          <p:cNvSpPr txBox="1"/>
          <p:nvPr/>
        </p:nvSpPr>
        <p:spPr>
          <a:xfrm>
            <a:off x="4724400" y="1422400"/>
            <a:ext cx="40132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dirty="0">
                <a:solidFill>
                  <a:srgbClr val="EDE6D3"/>
                </a:solidFill>
                <a:latin typeface="Times New Roman"/>
                <a:cs typeface="Times New Roman"/>
              </a:rPr>
              <a:t>·  Demographics — age/class, gender, race
·  Device type used
·  AI familiarity &amp; weekly usage
·  Social media time
·  Per-question confidence (0–10)
·  Per-question response times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BB583-91A5-DB45-BA6A-D14EF8FC312F}"/>
              </a:ext>
            </a:extLst>
          </p:cNvPr>
          <p:cNvSpPr txBox="1"/>
          <p:nvPr/>
        </p:nvSpPr>
        <p:spPr>
          <a:xfrm>
            <a:off x="406400" y="46355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Every respondent faced the same task — 10 images, binary choice, confidence rating.</a:t>
            </a:r>
          </a:p>
        </p:txBody>
      </p:sp>
    </p:spTree>
    <p:extLst>
      <p:ext uri="{BB962C8B-B14F-4D97-AF65-F5344CB8AC3E}">
        <p14:creationId xmlns:p14="http://schemas.microsoft.com/office/powerpoint/2010/main" val="101697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25402-07B4-E14E-8B29-CE5D9E7566D2}"/>
              </a:ext>
            </a:extLst>
          </p:cNvPr>
          <p:cNvSpPr txBox="1"/>
          <p:nvPr/>
        </p:nvSpPr>
        <p:spPr>
          <a:xfrm>
            <a:off x="6350000" y="203200"/>
            <a:ext cx="2413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03  ·  Dependent Variable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A0F9B-1641-704E-9F50-1FE696456E38}"/>
              </a:ext>
            </a:extLst>
          </p:cNvPr>
          <p:cNvSpPr txBox="1"/>
          <p:nvPr/>
        </p:nvSpPr>
        <p:spPr>
          <a:xfrm>
            <a:off x="406400" y="381000"/>
            <a:ext cx="83312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 dirty="0">
                <a:solidFill>
                  <a:srgbClr val="EDE6D3"/>
                </a:solidFill>
                <a:latin typeface="Times New Roman"/>
                <a:cs typeface="Times New Roman"/>
              </a:rPr>
              <a:t>Y = detection score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540C23-AC8E-CD4B-9DD6-7351A2AA4E45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4F194-536D-5B4A-BE0B-5E2599BC48F0}"/>
              </a:ext>
            </a:extLst>
          </p:cNvPr>
          <p:cNvSpPr txBox="1"/>
          <p:nvPr/>
        </p:nvSpPr>
        <p:spPr>
          <a:xfrm>
            <a:off x="406400" y="46355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Score = count of correct classifications (TP + TN) out of 10. Roughly symmetric, modal at 7.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C56F5-42C9-A44E-8A3A-C563FD76FBB9}"/>
              </a:ext>
            </a:extLst>
          </p:cNvPr>
          <p:cNvSpPr txBox="1"/>
          <p:nvPr/>
        </p:nvSpPr>
        <p:spPr>
          <a:xfrm>
            <a:off x="406400" y="1193800"/>
            <a:ext cx="304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SUMMARY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327DC-857C-254B-A889-A51976B9E685}"/>
              </a:ext>
            </a:extLst>
          </p:cNvPr>
          <p:cNvSpPr txBox="1"/>
          <p:nvPr/>
        </p:nvSpPr>
        <p:spPr>
          <a:xfrm>
            <a:off x="406400" y="1447800"/>
            <a:ext cx="3048000" cy="18158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EDE6D3"/>
                </a:solidFill>
                <a:latin typeface="Times New Roman"/>
                <a:cs typeface="Times New Roman"/>
              </a:rPr>
              <a:t>n = 508
Mean = 6.95
SD = 1.60
Median = 7
Range = 2 – 10
Ordinal, 11 levels</a:t>
            </a:r>
          </a:p>
          <a:p>
            <a:pPr algn="l"/>
            <a:r>
              <a:rPr lang="en-US" sz="1400" dirty="0">
                <a:solidFill>
                  <a:srgbClr val="EDE6D3"/>
                </a:solidFill>
                <a:latin typeface="Times New Roman"/>
                <a:cs typeface="Times New Roman"/>
              </a:rPr>
              <a:t>Normal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1DA907-D9B1-E359-ABEB-D2BA10BB8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0" y="1193800"/>
            <a:ext cx="5080000" cy="304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28F255-9D85-C846-84E8-E94DD36EE7A0}"/>
              </a:ext>
            </a:extLst>
          </p:cNvPr>
          <p:cNvSpPr txBox="1"/>
          <p:nvPr/>
        </p:nvSpPr>
        <p:spPr>
          <a:xfrm>
            <a:off x="6604000" y="2032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06 · RESPONSE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D9B49-825D-2241-B9E2-A6B7AA2E309A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EDE6D3"/>
                </a:solidFill>
                <a:latin typeface="Times New Roman"/>
                <a:cs typeface="Times New Roman"/>
              </a:rPr>
              <a:t>Timing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3C38D-077E-1B4C-A0F3-42376015FE71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A1D38-41C9-BF45-ACAB-8A9C30150B6E}"/>
              </a:ext>
            </a:extLst>
          </p:cNvPr>
          <p:cNvSpPr txBox="1"/>
          <p:nvPr/>
        </p:nvSpPr>
        <p:spPr>
          <a:xfrm>
            <a:off x="508000" y="1168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RAW — avg seconds per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6CA7B-EB3E-6B40-99BA-785AA194E0C1}"/>
              </a:ext>
            </a:extLst>
          </p:cNvPr>
          <p:cNvSpPr txBox="1"/>
          <p:nvPr/>
        </p:nvSpPr>
        <p:spPr>
          <a:xfrm>
            <a:off x="4775200" y="1168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LOG — ln(avg seconds)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A40FE-931B-7445-8F44-DF11F7DD2F28}"/>
              </a:ext>
            </a:extLst>
          </p:cNvPr>
          <p:cNvSpPr txBox="1"/>
          <p:nvPr/>
        </p:nvSpPr>
        <p:spPr>
          <a:xfrm>
            <a:off x="406400" y="3225800"/>
            <a:ext cx="2752436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 dirty="0">
                <a:solidFill>
                  <a:srgbClr val="8FA3B8"/>
                </a:solidFill>
                <a:latin typeface="Times New Roman"/>
                <a:cs typeface="Times New Roman"/>
              </a:rPr>
              <a:t>Mean 34.3s
Max 2,766s (45 min) </a:t>
            </a:r>
            <a:r>
              <a:rPr lang="en-US" sz="1000" i="1" dirty="0">
                <a:solidFill>
                  <a:srgbClr val="8FA3B8"/>
                </a:solidFill>
                <a:highlight>
                  <a:srgbClr val="FFFF00"/>
                </a:highlight>
                <a:latin typeface="Times New Roman"/>
                <a:cs typeface="Times New Roman"/>
                <a:sym typeface="Wingdings" pitchFamily="2" charset="2"/>
              </a:rPr>
              <a:t> remove anything more than 5 minutes? (outlier/unrealistic?)</a:t>
            </a:r>
            <a:r>
              <a:rPr lang="en-US" sz="1000" i="1" dirty="0">
                <a:solidFill>
                  <a:srgbClr val="8FA3B8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US" sz="1000" i="1" dirty="0">
                <a:solidFill>
                  <a:srgbClr val="8FA3B8"/>
                </a:solidFill>
                <a:latin typeface="Times New Roman"/>
                <a:cs typeface="Times New Roman"/>
              </a:rPr>
              <a:t>
Skew +11.2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FCAFF-3A53-A14A-A02B-9FE9D53B66DC}"/>
              </a:ext>
            </a:extLst>
          </p:cNvPr>
          <p:cNvSpPr txBox="1"/>
          <p:nvPr/>
        </p:nvSpPr>
        <p:spPr>
          <a:xfrm>
            <a:off x="4775200" y="3225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C9B982"/>
                </a:solidFill>
                <a:latin typeface="Times New Roman"/>
                <a:cs typeface="Times New Roman"/>
              </a:rPr>
              <a:t>After log(x): approximately normal — usable as a linear predictor.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737ED-9430-5140-9B56-136B6C2031FB}"/>
              </a:ext>
            </a:extLst>
          </p:cNvPr>
          <p:cNvSpPr txBox="1"/>
          <p:nvPr/>
        </p:nvSpPr>
        <p:spPr>
          <a:xfrm>
            <a:off x="406400" y="4635500"/>
            <a:ext cx="8331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 dirty="0">
                <a:solidFill>
                  <a:srgbClr val="C9B982"/>
                </a:solidFill>
                <a:latin typeface="Times New Roman"/>
                <a:cs typeface="Times New Roman"/>
              </a:rPr>
              <a:t>The raw distribution is heavily right-skewed; the log transform makes it symmetric enough to use in the regression.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B92CA6-5719-CBCF-2DEE-149F7975C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422400"/>
            <a:ext cx="3810000" cy="165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733BD8-2879-62B0-CC1C-A8EF6B548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1422400"/>
            <a:ext cx="38100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4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ECF50E-A866-EE40-9A11-A6E09F591A0A}"/>
              </a:ext>
            </a:extLst>
          </p:cNvPr>
          <p:cNvSpPr txBox="1"/>
          <p:nvPr/>
        </p:nvSpPr>
        <p:spPr>
          <a:xfrm>
            <a:off x="6604000" y="2032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04 · DATA CLEANING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D8201-853D-D941-8AB0-8CCD69E3C17F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EDE6D3"/>
                </a:solidFill>
                <a:latin typeface="Times New Roman"/>
                <a:cs typeface="Times New Roman"/>
              </a:rPr>
              <a:t>Attention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AE6C7-7635-9244-8A70-69809EB4ABA9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77347-6E36-0E4A-B3F1-65811393AD8F}"/>
              </a:ext>
            </a:extLst>
          </p:cNvPr>
          <p:cNvSpPr txBox="1"/>
          <p:nvPr/>
        </p:nvSpPr>
        <p:spPr>
          <a:xfrm>
            <a:off x="406400" y="4635500"/>
            <a:ext cx="8331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15% dropped — attention-check failures plus implausibly fast responses. Score distribution barely moved.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D7D7C-4F1F-7F41-B283-67CC7A868561}"/>
              </a:ext>
            </a:extLst>
          </p:cNvPr>
          <p:cNvSpPr txBox="1"/>
          <p:nvPr/>
        </p:nvSpPr>
        <p:spPr>
          <a:xfrm>
            <a:off x="406400" y="1270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DE6D3"/>
                </a:solidFill>
                <a:latin typeface="Times New Roman"/>
                <a:cs typeface="Times New Roman"/>
              </a:rPr>
              <a:t>508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42F3A-BF36-1046-B2F5-DC958277A773}"/>
              </a:ext>
            </a:extLst>
          </p:cNvPr>
          <p:cNvSpPr txBox="1"/>
          <p:nvPr/>
        </p:nvSpPr>
        <p:spPr>
          <a:xfrm>
            <a:off x="1270000" y="13081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EDE6D3"/>
                </a:solidFill>
                <a:latin typeface="Times New Roman"/>
                <a:cs typeface="Times New Roman"/>
              </a:rPr>
              <a:t>Starting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B415C-DD47-6B4B-BD04-015BEB081AB1}"/>
              </a:ext>
            </a:extLst>
          </p:cNvPr>
          <p:cNvSpPr txBox="1"/>
          <p:nvPr/>
        </p:nvSpPr>
        <p:spPr>
          <a:xfrm>
            <a:off x="406400" y="17018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DE6D3"/>
                </a:solidFill>
                <a:latin typeface="Times New Roman"/>
                <a:cs typeface="Times New Roman"/>
              </a:rPr>
              <a:t>−54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87173-A30F-5445-8304-ADBD02306968}"/>
              </a:ext>
            </a:extLst>
          </p:cNvPr>
          <p:cNvSpPr txBox="1"/>
          <p:nvPr/>
        </p:nvSpPr>
        <p:spPr>
          <a:xfrm>
            <a:off x="1270000" y="17399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EDE6D3"/>
                </a:solidFill>
                <a:latin typeface="Times New Roman"/>
                <a:cs typeface="Times New Roman"/>
              </a:rPr>
              <a:t>Failed Attn-Check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7369A-5A4C-AC47-BB60-C8ED60B45465}"/>
              </a:ext>
            </a:extLst>
          </p:cNvPr>
          <p:cNvSpPr txBox="1"/>
          <p:nvPr/>
        </p:nvSpPr>
        <p:spPr>
          <a:xfrm>
            <a:off x="406400" y="21336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EDE6D3"/>
                </a:solidFill>
                <a:latin typeface="Times New Roman"/>
                <a:cs typeface="Times New Roman"/>
              </a:rPr>
              <a:t>−22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3C7D5-7F3C-3540-A066-002B72BDDBF4}"/>
              </a:ext>
            </a:extLst>
          </p:cNvPr>
          <p:cNvSpPr txBox="1"/>
          <p:nvPr/>
        </p:nvSpPr>
        <p:spPr>
          <a:xfrm>
            <a:off x="1270000" y="21717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EDE6D3"/>
                </a:solidFill>
                <a:latin typeface="Times New Roman"/>
                <a:cs typeface="Times New Roman"/>
              </a:rPr>
              <a:t>Failed Attn-Check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F4DD9C-C6F8-2143-A1A8-0527593732B8}"/>
              </a:ext>
            </a:extLst>
          </p:cNvPr>
          <p:cNvSpPr txBox="1"/>
          <p:nvPr/>
        </p:nvSpPr>
        <p:spPr>
          <a:xfrm>
            <a:off x="406400" y="25654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C9B982"/>
                </a:solidFill>
                <a:latin typeface="Times New Roman"/>
                <a:cs typeface="Times New Roman"/>
              </a:rPr>
              <a:t>432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AE2E2-6C7B-3744-96D7-D50C1E127386}"/>
              </a:ext>
            </a:extLst>
          </p:cNvPr>
          <p:cNvSpPr txBox="1"/>
          <p:nvPr/>
        </p:nvSpPr>
        <p:spPr>
          <a:xfrm>
            <a:off x="1270000" y="26035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Analytic sample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94E8B7-FB9C-984B-AD48-33F3AD3E5D8E}"/>
              </a:ext>
            </a:extLst>
          </p:cNvPr>
          <p:cNvSpPr txBox="1"/>
          <p:nvPr/>
        </p:nvSpPr>
        <p:spPr>
          <a:xfrm>
            <a:off x="406400" y="3149600"/>
            <a:ext cx="28956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8FA3B8"/>
                </a:solidFill>
                <a:latin typeface="Times New Roman"/>
                <a:cs typeface="Times New Roman"/>
              </a:rPr>
              <a:t>Score mean 6.95 → 6.98
SD 1.60 → 1.59
(distribution unchanged)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29C846-4875-3D42-AEC0-DC17905BDCA7}"/>
              </a:ext>
            </a:extLst>
          </p:cNvPr>
          <p:cNvSpPr txBox="1"/>
          <p:nvPr/>
        </p:nvSpPr>
        <p:spPr>
          <a:xfrm>
            <a:off x="3403600" y="1270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BEFORE — N = 508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C23620-85A6-884C-87EA-079A7ACFD400}"/>
              </a:ext>
            </a:extLst>
          </p:cNvPr>
          <p:cNvSpPr txBox="1"/>
          <p:nvPr/>
        </p:nvSpPr>
        <p:spPr>
          <a:xfrm>
            <a:off x="6045200" y="1270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AFTER — N = 432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1C2EA0-03EA-6AA4-88EB-F64376CA1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274" y="1498600"/>
            <a:ext cx="2477440" cy="17583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E3142C2-B522-6C4B-9E12-EFCD2C4A1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00" y="1498599"/>
            <a:ext cx="2402114" cy="175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6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405F9A-1AD5-6F4B-BC6C-4A75676E1A36}"/>
              </a:ext>
            </a:extLst>
          </p:cNvPr>
          <p:cNvSpPr txBox="1"/>
          <p:nvPr/>
        </p:nvSpPr>
        <p:spPr>
          <a:xfrm>
            <a:off x="6197600" y="20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05 · DESCRIPTIVE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10BFD-EDB5-3841-9DA2-58F8524FFDF0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EDE6D3"/>
                </a:solidFill>
                <a:latin typeface="Times New Roman"/>
                <a:cs typeface="Times New Roman"/>
              </a:rPr>
              <a:t>Four views of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9DFD16-84E5-5945-9FA8-7C5A1AE06F66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C500F-C33D-1E43-865C-29FBD7D8262C}"/>
              </a:ext>
            </a:extLst>
          </p:cNvPr>
          <p:cNvSpPr txBox="1"/>
          <p:nvPr/>
        </p:nvSpPr>
        <p:spPr>
          <a:xfrm>
            <a:off x="406400" y="4635500"/>
            <a:ext cx="8331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People score ~7/10 overall. Hit rate (AI) and correct-rejection rate (Real) are roughly symmetric, both spiking at 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2C51E-CBEB-8A40-907A-F8F0B4A568B1}"/>
              </a:ext>
            </a:extLst>
          </p:cNvPr>
          <p:cNvSpPr txBox="1"/>
          <p:nvPr/>
        </p:nvSpPr>
        <p:spPr>
          <a:xfrm>
            <a:off x="762000" y="11684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TOTAL SCORE (0–10)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D7368-1F24-3441-A7A3-54C4E767949B}"/>
              </a:ext>
            </a:extLst>
          </p:cNvPr>
          <p:cNvSpPr txBox="1"/>
          <p:nvPr/>
        </p:nvSpPr>
        <p:spPr>
          <a:xfrm>
            <a:off x="4876800" y="11684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AVG CONFIDENCE (0–10)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12F08-A491-6644-B133-87A2055979FC}"/>
              </a:ext>
            </a:extLst>
          </p:cNvPr>
          <p:cNvSpPr txBox="1"/>
          <p:nvPr/>
        </p:nvSpPr>
        <p:spPr>
          <a:xfrm>
            <a:off x="762000" y="2844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HIT RATE (AI correct / AI seen)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13DC60-5E45-B640-AEC6-C7B4DC9DF701}"/>
              </a:ext>
            </a:extLst>
          </p:cNvPr>
          <p:cNvSpPr txBox="1"/>
          <p:nvPr/>
        </p:nvSpPr>
        <p:spPr>
          <a:xfrm>
            <a:off x="4876800" y="28448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CORRECT-REJECTION RATE (Real correct / Real seen)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B36856-30FE-A2D2-9BF3-E7F4F9AA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371600"/>
            <a:ext cx="2373086" cy="1498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5E86C0-BD87-7E40-C797-DA6E5F133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2489200" cy="149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26E81C-73C5-2090-0625-217019CD4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3048000"/>
            <a:ext cx="2373086" cy="149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B46BCC-F6BD-83D4-D4A4-33D82CDDE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048000"/>
            <a:ext cx="24892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7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AD5EB3-1778-1F44-B308-80CF774286B6}"/>
              </a:ext>
            </a:extLst>
          </p:cNvPr>
          <p:cNvSpPr txBox="1"/>
          <p:nvPr/>
        </p:nvSpPr>
        <p:spPr>
          <a:xfrm>
            <a:off x="7112000" y="203200"/>
            <a:ext cx="1625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07 ·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0D72B-A203-DC41-BD4D-A18D6B3093D7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EDE6D3"/>
                </a:solidFill>
                <a:latin typeface="Times New Roman"/>
                <a:cs typeface="Times New Roman"/>
              </a:rPr>
              <a:t>Why ordered probit?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85038-9C59-AC4D-B986-0E529C4EEF07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1AED6B-0AB6-C64B-BFC2-A747ABB3F0DC}"/>
              </a:ext>
            </a:extLst>
          </p:cNvPr>
          <p:cNvSpPr/>
          <p:nvPr/>
        </p:nvSpPr>
        <p:spPr>
          <a:xfrm>
            <a:off x="520700" y="1219200"/>
            <a:ext cx="2540000" cy="2794000"/>
          </a:xfrm>
          <a:prstGeom prst="rect">
            <a:avLst/>
          </a:prstGeom>
          <a:solidFill>
            <a:srgbClr val="1B1E26"/>
          </a:solidFill>
          <a:ln w="6350" cap="flat" cmpd="sng" algn="ctr">
            <a:solidFill>
              <a:srgbClr val="C9B9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74406-E37C-1548-8AC5-12862C50B5EA}"/>
              </a:ext>
            </a:extLst>
          </p:cNvPr>
          <p:cNvSpPr txBox="1"/>
          <p:nvPr/>
        </p:nvSpPr>
        <p:spPr>
          <a:xfrm>
            <a:off x="698500" y="1397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C9B982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C4E4D-A5DD-7748-A015-97D479436AF0}"/>
              </a:ext>
            </a:extLst>
          </p:cNvPr>
          <p:cNvSpPr/>
          <p:nvPr/>
        </p:nvSpPr>
        <p:spPr>
          <a:xfrm>
            <a:off x="698500" y="1828800"/>
            <a:ext cx="304800" cy="1905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6D90F-4627-8D46-8A95-2B8E5B971D86}"/>
              </a:ext>
            </a:extLst>
          </p:cNvPr>
          <p:cNvSpPr txBox="1"/>
          <p:nvPr/>
        </p:nvSpPr>
        <p:spPr>
          <a:xfrm>
            <a:off x="698500" y="1955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The outcome is ordered,
not continuous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18DC2-BDD4-2045-8851-CA34A4C3949A}"/>
              </a:ext>
            </a:extLst>
          </p:cNvPr>
          <p:cNvSpPr txBox="1"/>
          <p:nvPr/>
        </p:nvSpPr>
        <p:spPr>
          <a:xfrm>
            <a:off x="698500" y="2590800"/>
            <a:ext cx="21844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50">
                <a:solidFill>
                  <a:srgbClr val="EDE6D3"/>
                </a:solidFill>
                <a:latin typeface="Times New Roman"/>
                <a:cs typeface="Times New Roman"/>
              </a:rPr>
              <a:t>Score is 0–10 integers. Distances between 6 and 7 need not equal 7 to 8. OLS would assume they do.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91D366-1C11-2A46-B27F-4D2A79162B3B}"/>
              </a:ext>
            </a:extLst>
          </p:cNvPr>
          <p:cNvSpPr/>
          <p:nvPr/>
        </p:nvSpPr>
        <p:spPr>
          <a:xfrm>
            <a:off x="3302000" y="1219200"/>
            <a:ext cx="2540000" cy="2794000"/>
          </a:xfrm>
          <a:prstGeom prst="rect">
            <a:avLst/>
          </a:prstGeom>
          <a:solidFill>
            <a:srgbClr val="1B1E26"/>
          </a:solidFill>
          <a:ln w="6350" cap="flat" cmpd="sng" algn="ctr">
            <a:solidFill>
              <a:srgbClr val="C9B9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B6500-7E64-FA42-A284-6202622DE1A1}"/>
              </a:ext>
            </a:extLst>
          </p:cNvPr>
          <p:cNvSpPr txBox="1"/>
          <p:nvPr/>
        </p:nvSpPr>
        <p:spPr>
          <a:xfrm>
            <a:off x="3479800" y="1397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C9B982"/>
                </a:solidFill>
                <a:latin typeface="Times New Roman"/>
                <a:cs typeface="Times New Roman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88722-C5DB-9A4E-B872-57F39B687B02}"/>
              </a:ext>
            </a:extLst>
          </p:cNvPr>
          <p:cNvSpPr/>
          <p:nvPr/>
        </p:nvSpPr>
        <p:spPr>
          <a:xfrm>
            <a:off x="3479800" y="1828800"/>
            <a:ext cx="304800" cy="1905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96235-CF74-AA4E-A06C-8C2E9F92468A}"/>
              </a:ext>
            </a:extLst>
          </p:cNvPr>
          <p:cNvSpPr txBox="1"/>
          <p:nvPr/>
        </p:nvSpPr>
        <p:spPr>
          <a:xfrm>
            <a:off x="3479800" y="1955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…and not binary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507E1-0D33-C949-A5A8-9C1A55E67A01}"/>
              </a:ext>
            </a:extLst>
          </p:cNvPr>
          <p:cNvSpPr txBox="1"/>
          <p:nvPr/>
        </p:nvSpPr>
        <p:spPr>
          <a:xfrm>
            <a:off x="3479800" y="2590800"/>
            <a:ext cx="21844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50">
                <a:solidFill>
                  <a:srgbClr val="EDE6D3"/>
                </a:solidFill>
                <a:latin typeface="Times New Roman"/>
                <a:cs typeface="Times New Roman"/>
              </a:rPr>
              <a:t>Dichotomizing (e.g. ≥7 vs &lt;7) discards information. Logit/probit would force an arbitrary threshold.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B2198D-209D-3745-AB01-465161162B36}"/>
              </a:ext>
            </a:extLst>
          </p:cNvPr>
          <p:cNvSpPr/>
          <p:nvPr/>
        </p:nvSpPr>
        <p:spPr>
          <a:xfrm>
            <a:off x="6083300" y="1219200"/>
            <a:ext cx="2540000" cy="2794000"/>
          </a:xfrm>
          <a:prstGeom prst="rect">
            <a:avLst/>
          </a:prstGeom>
          <a:solidFill>
            <a:srgbClr val="1B1E26"/>
          </a:solidFill>
          <a:ln w="6350" cap="flat" cmpd="sng" algn="ctr">
            <a:solidFill>
              <a:srgbClr val="C9B9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F3C17E-F254-9141-9ECE-F517F1F92497}"/>
              </a:ext>
            </a:extLst>
          </p:cNvPr>
          <p:cNvSpPr txBox="1"/>
          <p:nvPr/>
        </p:nvSpPr>
        <p:spPr>
          <a:xfrm>
            <a:off x="6261100" y="1397000"/>
            <a:ext cx="76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C9B982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AE7A9E-5150-B248-B0FA-C33025A30740}"/>
              </a:ext>
            </a:extLst>
          </p:cNvPr>
          <p:cNvSpPr/>
          <p:nvPr/>
        </p:nvSpPr>
        <p:spPr>
          <a:xfrm>
            <a:off x="6261100" y="1828800"/>
            <a:ext cx="304800" cy="1905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102A54-AA40-3340-9C3E-2AAA483EDECA}"/>
              </a:ext>
            </a:extLst>
          </p:cNvPr>
          <p:cNvSpPr txBox="1"/>
          <p:nvPr/>
        </p:nvSpPr>
        <p:spPr>
          <a:xfrm>
            <a:off x="6261100" y="1955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Ordered probit fits
the latent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5399A-675A-3B44-8922-62D5AD304269}"/>
              </a:ext>
            </a:extLst>
          </p:cNvPr>
          <p:cNvSpPr txBox="1"/>
          <p:nvPr/>
        </p:nvSpPr>
        <p:spPr>
          <a:xfrm>
            <a:off x="6261100" y="2590800"/>
            <a:ext cx="21844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50">
                <a:solidFill>
                  <a:srgbClr val="EDE6D3"/>
                </a:solidFill>
                <a:latin typeface="Times New Roman"/>
                <a:cs typeface="Times New Roman"/>
              </a:rPr>
              <a:t>Assumes a latent 'detection ability' with cutpoints between score levels. Probit link (vs logit) is standard for normally-distributed latents.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C32B8-DB8A-334E-857F-07DF6728E55C}"/>
              </a:ext>
            </a:extLst>
          </p:cNvPr>
          <p:cNvSpPr txBox="1"/>
          <p:nvPr/>
        </p:nvSpPr>
        <p:spPr>
          <a:xfrm>
            <a:off x="406400" y="4635500"/>
            <a:ext cx="83312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Score is ordinal (0–10). Ordered probit respects that — OLS would impose equal spacing, binary logit would throw away levels.</a:t>
            </a:r>
          </a:p>
        </p:txBody>
      </p:sp>
    </p:spTree>
    <p:extLst>
      <p:ext uri="{BB962C8B-B14F-4D97-AF65-F5344CB8AC3E}">
        <p14:creationId xmlns:p14="http://schemas.microsoft.com/office/powerpoint/2010/main" val="1263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3D3E4C1E-0AFF-BD44-8712-807398F391A6}"/>
              </a:ext>
            </a:extLst>
          </p:cNvPr>
          <p:cNvSpPr txBox="1"/>
          <p:nvPr/>
        </p:nvSpPr>
        <p:spPr>
          <a:xfrm>
            <a:off x="6604000" y="203200"/>
            <a:ext cx="2133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08 · MODEL SELECTION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0B2CF21-9E74-024E-96D3-6F9BCB450EA1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400" b="1">
                <a:solidFill>
                  <a:srgbClr val="EDE6D3"/>
                </a:solidFill>
                <a:latin typeface="Times New Roman"/>
                <a:cs typeface="Times New Roman"/>
              </a:rPr>
              <a:t>Eight ordered-probit specifications, ranked by fit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F2CEDD1-B6CD-6747-B6CC-5CAD4073EAAC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167F31C-766F-2440-8E19-581F95A3DB2C}"/>
              </a:ext>
            </a:extLst>
          </p:cNvPr>
          <p:cNvSpPr txBox="1"/>
          <p:nvPr/>
        </p:nvSpPr>
        <p:spPr>
          <a:xfrm>
            <a:off x="406400" y="1117600"/>
            <a:ext cx="5588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 i="1">
                <a:solidFill>
                  <a:srgbClr val="8FA3B8"/>
                </a:solidFill>
                <a:latin typeface="Courier New"/>
                <a:cs typeface="Courier New"/>
              </a:rPr>
              <a:t>Source: Stata  estimates stats m1 m2 m3a m3b m3c m4 m5 m6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BF0C1FD-2D37-B34E-9A64-D08122D24F84}"/>
              </a:ext>
            </a:extLst>
          </p:cNvPr>
          <p:cNvSpPr/>
          <p:nvPr/>
        </p:nvSpPr>
        <p:spPr>
          <a:xfrm>
            <a:off x="406400" y="1371600"/>
            <a:ext cx="6197600" cy="279400"/>
          </a:xfrm>
          <a:prstGeom prst="rect">
            <a:avLst/>
          </a:prstGeom>
          <a:solidFill>
            <a:srgbClr val="1B1E26"/>
          </a:solidFill>
          <a:ln w="6350" cap="flat" cmpd="sng" algn="ctr">
            <a:solidFill>
              <a:srgbClr val="C9B9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A5783F-0852-D244-969F-28564C5CBC1B}"/>
              </a:ext>
            </a:extLst>
          </p:cNvPr>
          <p:cNvSpPr txBox="1"/>
          <p:nvPr/>
        </p:nvSpPr>
        <p:spPr>
          <a:xfrm>
            <a:off x="444500" y="1422400"/>
            <a:ext cx="482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en-US" sz="850" b="1" dirty="0">
                <a:solidFill>
                  <a:srgbClr val="C9B982"/>
                </a:solidFill>
                <a:latin typeface="Times New Roman"/>
              </a:rPr>
              <a:t>Model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658401C-16A4-2846-BE55-66E0CFBC782F}"/>
              </a:ext>
            </a:extLst>
          </p:cNvPr>
          <p:cNvSpPr txBox="1"/>
          <p:nvPr/>
        </p:nvSpPr>
        <p:spPr>
          <a:xfrm>
            <a:off x="1003300" y="1422400"/>
            <a:ext cx="2616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50" b="1">
                <a:solidFill>
                  <a:srgbClr val="C9B982"/>
                </a:solidFill>
                <a:latin typeface="Times New Roman"/>
                <a:cs typeface="Times New Roman"/>
              </a:rPr>
              <a:t>Specification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D035734-4745-1C48-BEA4-3999AF389700}"/>
              </a:ext>
            </a:extLst>
          </p:cNvPr>
          <p:cNvSpPr txBox="1"/>
          <p:nvPr/>
        </p:nvSpPr>
        <p:spPr>
          <a:xfrm>
            <a:off x="3695700" y="142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50" b="1">
                <a:solidFill>
                  <a:srgbClr val="C9B982"/>
                </a:solidFill>
                <a:latin typeface="Times New Roman"/>
                <a:cs typeface="Times New Roman"/>
              </a:rPr>
              <a:t>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CE649C3-A7B5-DB4F-9AC9-1394651C896E}"/>
              </a:ext>
            </a:extLst>
          </p:cNvPr>
          <p:cNvSpPr txBox="1"/>
          <p:nvPr/>
        </p:nvSpPr>
        <p:spPr>
          <a:xfrm>
            <a:off x="4178300" y="1422400"/>
            <a:ext cx="660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50" b="1">
                <a:solidFill>
                  <a:srgbClr val="C9B982"/>
                </a:solidFill>
                <a:latin typeface="Times New Roman"/>
                <a:cs typeface="Times New Roman"/>
              </a:rPr>
              <a:t>Log-lik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DC256A7-6572-CB42-8D8A-1642F883F38E}"/>
              </a:ext>
            </a:extLst>
          </p:cNvPr>
          <p:cNvSpPr txBox="1"/>
          <p:nvPr/>
        </p:nvSpPr>
        <p:spPr>
          <a:xfrm>
            <a:off x="4914900" y="14224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50" b="1">
                <a:solidFill>
                  <a:srgbClr val="C9B982"/>
                </a:solidFill>
                <a:latin typeface="Times New Roman"/>
                <a:cs typeface="Times New Roman"/>
              </a:rPr>
              <a:t>AIC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D3C781-29AA-EF41-A80C-7050BCAF2D56}"/>
              </a:ext>
            </a:extLst>
          </p:cNvPr>
          <p:cNvSpPr txBox="1"/>
          <p:nvPr/>
        </p:nvSpPr>
        <p:spPr>
          <a:xfrm>
            <a:off x="5753100" y="14224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50" b="1">
                <a:solidFill>
                  <a:srgbClr val="C9B982"/>
                </a:solidFill>
                <a:latin typeface="Times New Roman"/>
                <a:cs typeface="Times New Roman"/>
              </a:rPr>
              <a:t>BIC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A996FBC-78ED-0F46-8A71-FAF5D64D7B47}"/>
              </a:ext>
            </a:extLst>
          </p:cNvPr>
          <p:cNvSpPr txBox="1"/>
          <p:nvPr/>
        </p:nvSpPr>
        <p:spPr>
          <a:xfrm>
            <a:off x="444500" y="1676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7308BCD-856D-7B4C-BD77-4ECC9EE2E543}"/>
              </a:ext>
            </a:extLst>
          </p:cNvPr>
          <p:cNvSpPr txBox="1"/>
          <p:nvPr/>
        </p:nvSpPr>
        <p:spPr>
          <a:xfrm>
            <a:off x="1003300" y="1676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Affiliation only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4FFB4DF-9A98-EB4F-B1C8-C50CAF2C2B2C}"/>
              </a:ext>
            </a:extLst>
          </p:cNvPr>
          <p:cNvSpPr txBox="1"/>
          <p:nvPr/>
        </p:nvSpPr>
        <p:spPr>
          <a:xfrm>
            <a:off x="3695700" y="1676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431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6CE35D3-2317-4F45-85E8-9DBE07D14582}"/>
              </a:ext>
            </a:extLst>
          </p:cNvPr>
          <p:cNvSpPr txBox="1"/>
          <p:nvPr/>
        </p:nvSpPr>
        <p:spPr>
          <a:xfrm>
            <a:off x="4178300" y="1676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-794.9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D1CA5C3-C4A7-9C4E-90E4-DD53D3D411B6}"/>
              </a:ext>
            </a:extLst>
          </p:cNvPr>
          <p:cNvSpPr txBox="1"/>
          <p:nvPr/>
        </p:nvSpPr>
        <p:spPr>
          <a:xfrm>
            <a:off x="4914900" y="1676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1613.7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12A1C9B-89C0-9A47-B2F6-B600CC62050E}"/>
              </a:ext>
            </a:extLst>
          </p:cNvPr>
          <p:cNvSpPr txBox="1"/>
          <p:nvPr/>
        </p:nvSpPr>
        <p:spPr>
          <a:xfrm>
            <a:off x="5753100" y="1676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1662.5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44A1014-5374-C343-867B-9A0AC85C1A18}"/>
              </a:ext>
            </a:extLst>
          </p:cNvPr>
          <p:cNvSpPr/>
          <p:nvPr/>
        </p:nvSpPr>
        <p:spPr>
          <a:xfrm>
            <a:off x="406400" y="1905000"/>
            <a:ext cx="6197600" cy="6350"/>
          </a:xfrm>
          <a:prstGeom prst="rect">
            <a:avLst/>
          </a:prstGeom>
          <a:solidFill>
            <a:srgbClr val="3A3E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7E066DC-BC6B-0B46-A9E0-2CC674912AEF}"/>
              </a:ext>
            </a:extLst>
          </p:cNvPr>
          <p:cNvSpPr txBox="1"/>
          <p:nvPr/>
        </p:nvSpPr>
        <p:spPr>
          <a:xfrm>
            <a:off x="444500" y="1930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C08C0DB-944A-E541-B0C4-BC43E0EF8368}"/>
              </a:ext>
            </a:extLst>
          </p:cNvPr>
          <p:cNvSpPr txBox="1"/>
          <p:nvPr/>
        </p:nvSpPr>
        <p:spPr>
          <a:xfrm>
            <a:off x="1003300" y="1930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+ Device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5B49714-D233-E743-B650-818EE6229D87}"/>
              </a:ext>
            </a:extLst>
          </p:cNvPr>
          <p:cNvSpPr txBox="1"/>
          <p:nvPr/>
        </p:nvSpPr>
        <p:spPr>
          <a:xfrm>
            <a:off x="3695700" y="1930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430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F00A45A-A5E5-FD47-A569-0F290C64B7A9}"/>
              </a:ext>
            </a:extLst>
          </p:cNvPr>
          <p:cNvSpPr txBox="1"/>
          <p:nvPr/>
        </p:nvSpPr>
        <p:spPr>
          <a:xfrm>
            <a:off x="4178300" y="1930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-789.3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88DFF7D-EF02-B645-8774-DDBC7BF00C52}"/>
              </a:ext>
            </a:extLst>
          </p:cNvPr>
          <p:cNvSpPr txBox="1"/>
          <p:nvPr/>
        </p:nvSpPr>
        <p:spPr>
          <a:xfrm>
            <a:off x="4914900" y="1930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1606.5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D87E6C0-3D66-B44B-AA38-1A0DC616B4BF}"/>
              </a:ext>
            </a:extLst>
          </p:cNvPr>
          <p:cNvSpPr txBox="1"/>
          <p:nvPr/>
        </p:nvSpPr>
        <p:spPr>
          <a:xfrm>
            <a:off x="5753100" y="1930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1663.4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8625385-A87B-6A46-B6EE-FE19AE52CE7A}"/>
              </a:ext>
            </a:extLst>
          </p:cNvPr>
          <p:cNvSpPr/>
          <p:nvPr/>
        </p:nvSpPr>
        <p:spPr>
          <a:xfrm>
            <a:off x="406400" y="2159000"/>
            <a:ext cx="6197600" cy="6350"/>
          </a:xfrm>
          <a:prstGeom prst="rect">
            <a:avLst/>
          </a:prstGeom>
          <a:solidFill>
            <a:srgbClr val="3A3E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0F98903-FC51-F84A-8681-FB0DD386DD98}"/>
              </a:ext>
            </a:extLst>
          </p:cNvPr>
          <p:cNvSpPr txBox="1"/>
          <p:nvPr/>
        </p:nvSpPr>
        <p:spPr>
          <a:xfrm>
            <a:off x="444500" y="2184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m3a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5BD9475-4B0D-7F48-9ACF-FA40ADA7777F}"/>
              </a:ext>
            </a:extLst>
          </p:cNvPr>
          <p:cNvSpPr txBox="1"/>
          <p:nvPr/>
        </p:nvSpPr>
        <p:spPr>
          <a:xfrm>
            <a:off x="1003300" y="2184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+ AI familiarity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BC819E8-01BC-484A-BACC-4484C5A5A8B1}"/>
              </a:ext>
            </a:extLst>
          </p:cNvPr>
          <p:cNvSpPr txBox="1"/>
          <p:nvPr/>
        </p:nvSpPr>
        <p:spPr>
          <a:xfrm>
            <a:off x="3695700" y="2184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429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05F51FE-25A2-6F4E-A5FE-3109465A968C}"/>
              </a:ext>
            </a:extLst>
          </p:cNvPr>
          <p:cNvSpPr txBox="1"/>
          <p:nvPr/>
        </p:nvSpPr>
        <p:spPr>
          <a:xfrm>
            <a:off x="4178300" y="2184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-786.8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40F4DCA-D1BF-8A43-A514-94273F84E6EB}"/>
              </a:ext>
            </a:extLst>
          </p:cNvPr>
          <p:cNvSpPr txBox="1"/>
          <p:nvPr/>
        </p:nvSpPr>
        <p:spPr>
          <a:xfrm>
            <a:off x="4914900" y="2184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1603.6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6193E05-4924-4447-ACB0-ED39BAAF3687}"/>
              </a:ext>
            </a:extLst>
          </p:cNvPr>
          <p:cNvSpPr txBox="1"/>
          <p:nvPr/>
        </p:nvSpPr>
        <p:spPr>
          <a:xfrm>
            <a:off x="5753100" y="2184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1664.5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0D1B4D9-8572-8448-AA44-E7E9ACC5CCBC}"/>
              </a:ext>
            </a:extLst>
          </p:cNvPr>
          <p:cNvSpPr/>
          <p:nvPr/>
        </p:nvSpPr>
        <p:spPr>
          <a:xfrm>
            <a:off x="406400" y="2413000"/>
            <a:ext cx="6197600" cy="6350"/>
          </a:xfrm>
          <a:prstGeom prst="rect">
            <a:avLst/>
          </a:prstGeom>
          <a:solidFill>
            <a:srgbClr val="3A3E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3BE827F-36C3-6645-BA0F-4811FA1A285E}"/>
              </a:ext>
            </a:extLst>
          </p:cNvPr>
          <p:cNvSpPr txBox="1"/>
          <p:nvPr/>
        </p:nvSpPr>
        <p:spPr>
          <a:xfrm>
            <a:off x="444500" y="2438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m3b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9CD384-C96E-4B4F-8F8E-4BD63CF42312}"/>
              </a:ext>
            </a:extLst>
          </p:cNvPr>
          <p:cNvSpPr txBox="1"/>
          <p:nvPr/>
        </p:nvSpPr>
        <p:spPr>
          <a:xfrm>
            <a:off x="1003300" y="2438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+ AI use time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47F9429-5E25-F94A-978D-E1B678B64BD7}"/>
              </a:ext>
            </a:extLst>
          </p:cNvPr>
          <p:cNvSpPr txBox="1"/>
          <p:nvPr/>
        </p:nvSpPr>
        <p:spPr>
          <a:xfrm>
            <a:off x="3695700" y="2438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429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3EE4712-9E6F-EB40-ACC9-4B9E9F1F93A6}"/>
              </a:ext>
            </a:extLst>
          </p:cNvPr>
          <p:cNvSpPr txBox="1"/>
          <p:nvPr/>
        </p:nvSpPr>
        <p:spPr>
          <a:xfrm>
            <a:off x="4178300" y="2438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-786.9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758D823-3C36-2F4D-90FD-1DA50EC6716A}"/>
              </a:ext>
            </a:extLst>
          </p:cNvPr>
          <p:cNvSpPr txBox="1"/>
          <p:nvPr/>
        </p:nvSpPr>
        <p:spPr>
          <a:xfrm>
            <a:off x="4914900" y="2438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1603.9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7A11555-AAC8-F147-9D0C-F6891E3993B1}"/>
              </a:ext>
            </a:extLst>
          </p:cNvPr>
          <p:cNvSpPr txBox="1"/>
          <p:nvPr/>
        </p:nvSpPr>
        <p:spPr>
          <a:xfrm>
            <a:off x="5753100" y="2438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1664.8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BBC1E8B-CA8A-8948-A093-3C88B264F983}"/>
              </a:ext>
            </a:extLst>
          </p:cNvPr>
          <p:cNvSpPr/>
          <p:nvPr/>
        </p:nvSpPr>
        <p:spPr>
          <a:xfrm>
            <a:off x="406400" y="2667000"/>
            <a:ext cx="6197600" cy="254000"/>
          </a:xfrm>
          <a:prstGeom prst="rect">
            <a:avLst/>
          </a:prstGeom>
          <a:solidFill>
            <a:srgbClr val="2E2B2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4FCF57A-4B0F-624D-A7B1-DE35EFAB02C4}"/>
              </a:ext>
            </a:extLst>
          </p:cNvPr>
          <p:cNvSpPr/>
          <p:nvPr/>
        </p:nvSpPr>
        <p:spPr>
          <a:xfrm>
            <a:off x="406400" y="2667000"/>
            <a:ext cx="6197600" cy="6350"/>
          </a:xfrm>
          <a:prstGeom prst="rect">
            <a:avLst/>
          </a:prstGeom>
          <a:solidFill>
            <a:srgbClr val="3A3E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26C3134-CC57-C042-B884-2F203C674590}"/>
              </a:ext>
            </a:extLst>
          </p:cNvPr>
          <p:cNvSpPr txBox="1"/>
          <p:nvPr/>
        </p:nvSpPr>
        <p:spPr>
          <a:xfrm>
            <a:off x="444500" y="2692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m5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7D12A96-ABBB-A14C-8D66-82D40813160B}"/>
              </a:ext>
            </a:extLst>
          </p:cNvPr>
          <p:cNvSpPr txBox="1"/>
          <p:nvPr/>
        </p:nvSpPr>
        <p:spPr>
          <a:xfrm>
            <a:off x="1003300" y="2692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+ Fam × Use + SocMedia + Age≥25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7E98366-7EBE-3841-9513-2FFC2A7FB968}"/>
              </a:ext>
            </a:extLst>
          </p:cNvPr>
          <p:cNvSpPr txBox="1"/>
          <p:nvPr/>
        </p:nvSpPr>
        <p:spPr>
          <a:xfrm>
            <a:off x="3695700" y="2692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429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84D531C-7A7D-5444-A2F7-AB393B0C9C88}"/>
              </a:ext>
            </a:extLst>
          </p:cNvPr>
          <p:cNvSpPr txBox="1"/>
          <p:nvPr/>
        </p:nvSpPr>
        <p:spPr>
          <a:xfrm>
            <a:off x="4178300" y="2692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-786.7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9CC595A-5BD9-9B47-A3FE-5514A0C06CD8}"/>
              </a:ext>
            </a:extLst>
          </p:cNvPr>
          <p:cNvSpPr txBox="1"/>
          <p:nvPr/>
        </p:nvSpPr>
        <p:spPr>
          <a:xfrm>
            <a:off x="4914900" y="2692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1603.4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7AE212A-99FD-3A45-8E5A-E29DA8A7DBDC}"/>
              </a:ext>
            </a:extLst>
          </p:cNvPr>
          <p:cNvSpPr txBox="1"/>
          <p:nvPr/>
        </p:nvSpPr>
        <p:spPr>
          <a:xfrm>
            <a:off x="5753100" y="2692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 b="1">
                <a:solidFill>
                  <a:srgbClr val="C9B982"/>
                </a:solidFill>
                <a:latin typeface="Times New Roman"/>
                <a:cs typeface="Times New Roman"/>
              </a:rPr>
              <a:t>1664.3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3E67931-09AF-DF42-A600-70CC21B6552C}"/>
              </a:ext>
            </a:extLst>
          </p:cNvPr>
          <p:cNvSpPr/>
          <p:nvPr/>
        </p:nvSpPr>
        <p:spPr>
          <a:xfrm>
            <a:off x="406400" y="2921000"/>
            <a:ext cx="6197600" cy="6350"/>
          </a:xfrm>
          <a:prstGeom prst="rect">
            <a:avLst/>
          </a:prstGeom>
          <a:solidFill>
            <a:srgbClr val="3A3E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35D3FA2-E58D-2F48-913E-ADBECF942E78}"/>
              </a:ext>
            </a:extLst>
          </p:cNvPr>
          <p:cNvSpPr txBox="1"/>
          <p:nvPr/>
        </p:nvSpPr>
        <p:spPr>
          <a:xfrm>
            <a:off x="444500" y="2946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294391B-027C-4E4E-833F-738F34C325A2}"/>
              </a:ext>
            </a:extLst>
          </p:cNvPr>
          <p:cNvSpPr txBox="1"/>
          <p:nvPr/>
        </p:nvSpPr>
        <p:spPr>
          <a:xfrm>
            <a:off x="1003300" y="2946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m5 + ln(response time)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1D24A7D-7A25-C949-9B30-12FD281B6842}"/>
              </a:ext>
            </a:extLst>
          </p:cNvPr>
          <p:cNvSpPr txBox="1"/>
          <p:nvPr/>
        </p:nvSpPr>
        <p:spPr>
          <a:xfrm>
            <a:off x="3695700" y="2946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429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2F0CF32-4592-E44B-950D-75FCE4EBEA34}"/>
              </a:ext>
            </a:extLst>
          </p:cNvPr>
          <p:cNvSpPr txBox="1"/>
          <p:nvPr/>
        </p:nvSpPr>
        <p:spPr>
          <a:xfrm>
            <a:off x="4178300" y="2946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-786.4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A23477F-91FF-2745-87C1-F34E4067572A}"/>
              </a:ext>
            </a:extLst>
          </p:cNvPr>
          <p:cNvSpPr txBox="1"/>
          <p:nvPr/>
        </p:nvSpPr>
        <p:spPr>
          <a:xfrm>
            <a:off x="4914900" y="2946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1604.7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F13DB73-DCB7-F64C-A1AD-B2E6FB43FEA9}"/>
              </a:ext>
            </a:extLst>
          </p:cNvPr>
          <p:cNvSpPr txBox="1"/>
          <p:nvPr/>
        </p:nvSpPr>
        <p:spPr>
          <a:xfrm>
            <a:off x="5753100" y="2946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1669.7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F001DBF-B4AD-954E-9CDA-CB587B4061A4}"/>
              </a:ext>
            </a:extLst>
          </p:cNvPr>
          <p:cNvSpPr/>
          <p:nvPr/>
        </p:nvSpPr>
        <p:spPr>
          <a:xfrm>
            <a:off x="406400" y="3175000"/>
            <a:ext cx="6197600" cy="6350"/>
          </a:xfrm>
          <a:prstGeom prst="rect">
            <a:avLst/>
          </a:prstGeom>
          <a:solidFill>
            <a:srgbClr val="3A3E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60C0032-9DAA-884A-B179-4DEA4F1B6C2E}"/>
              </a:ext>
            </a:extLst>
          </p:cNvPr>
          <p:cNvSpPr txBox="1"/>
          <p:nvPr/>
        </p:nvSpPr>
        <p:spPr>
          <a:xfrm>
            <a:off x="444500" y="3200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m3c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42124DC-AD37-1F47-9E33-937C76ADCF8C}"/>
              </a:ext>
            </a:extLst>
          </p:cNvPr>
          <p:cNvSpPr txBox="1"/>
          <p:nvPr/>
        </p:nvSpPr>
        <p:spPr>
          <a:xfrm>
            <a:off x="1003300" y="3200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m5 without SocMedia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CD4A7ED-DFC8-9E43-9446-DF92D6B89CDA}"/>
              </a:ext>
            </a:extLst>
          </p:cNvPr>
          <p:cNvSpPr txBox="1"/>
          <p:nvPr/>
        </p:nvSpPr>
        <p:spPr>
          <a:xfrm>
            <a:off x="3695700" y="3200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429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CEE49A3-63DD-524C-ABC5-90662ABB4400}"/>
              </a:ext>
            </a:extLst>
          </p:cNvPr>
          <p:cNvSpPr txBox="1"/>
          <p:nvPr/>
        </p:nvSpPr>
        <p:spPr>
          <a:xfrm>
            <a:off x="4178300" y="3200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-785.6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ED4602A-7F9C-8545-A566-D6F22A67E0DE}"/>
              </a:ext>
            </a:extLst>
          </p:cNvPr>
          <p:cNvSpPr txBox="1"/>
          <p:nvPr/>
        </p:nvSpPr>
        <p:spPr>
          <a:xfrm>
            <a:off x="4914900" y="3200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1605.3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0E0DE09-8F3D-404C-94FF-66999F2CE6E2}"/>
              </a:ext>
            </a:extLst>
          </p:cNvPr>
          <p:cNvSpPr txBox="1"/>
          <p:nvPr/>
        </p:nvSpPr>
        <p:spPr>
          <a:xfrm>
            <a:off x="5753100" y="3200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1674.3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873B233-12CF-1D4D-891B-83C502F2F462}"/>
              </a:ext>
            </a:extLst>
          </p:cNvPr>
          <p:cNvSpPr/>
          <p:nvPr/>
        </p:nvSpPr>
        <p:spPr>
          <a:xfrm>
            <a:off x="406400" y="3429000"/>
            <a:ext cx="6197600" cy="6350"/>
          </a:xfrm>
          <a:prstGeom prst="rect">
            <a:avLst/>
          </a:prstGeom>
          <a:solidFill>
            <a:srgbClr val="3A3E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F5A5623-D1CF-4A46-950B-76428378AF99}"/>
              </a:ext>
            </a:extLst>
          </p:cNvPr>
          <p:cNvSpPr txBox="1"/>
          <p:nvPr/>
        </p:nvSpPr>
        <p:spPr>
          <a:xfrm>
            <a:off x="444500" y="3454400"/>
            <a:ext cx="482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m4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DD28C3-228B-E545-BEF0-122603B1AB9D}"/>
              </a:ext>
            </a:extLst>
          </p:cNvPr>
          <p:cNvSpPr txBox="1"/>
          <p:nvPr/>
        </p:nvSpPr>
        <p:spPr>
          <a:xfrm>
            <a:off x="1003300" y="3454400"/>
            <a:ext cx="26162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Full (all predictors)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D54B5BC-3FBB-D949-95B0-941CDDB59204}"/>
              </a:ext>
            </a:extLst>
          </p:cNvPr>
          <p:cNvSpPr txBox="1"/>
          <p:nvPr/>
        </p:nvSpPr>
        <p:spPr>
          <a:xfrm>
            <a:off x="3695700" y="3454400"/>
            <a:ext cx="406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429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732120F-FA33-F84E-A6A4-572564C97E91}"/>
              </a:ext>
            </a:extLst>
          </p:cNvPr>
          <p:cNvSpPr txBox="1"/>
          <p:nvPr/>
        </p:nvSpPr>
        <p:spPr>
          <a:xfrm>
            <a:off x="4178300" y="3454400"/>
            <a:ext cx="6604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-785.1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3337A6A-A982-054D-BD66-B490DD1F5A93}"/>
              </a:ext>
            </a:extLst>
          </p:cNvPr>
          <p:cNvSpPr txBox="1"/>
          <p:nvPr/>
        </p:nvSpPr>
        <p:spPr>
          <a:xfrm>
            <a:off x="4914900" y="3454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1606.2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05D91E5-B7E7-EE4D-966D-CA23718D5DFA}"/>
              </a:ext>
            </a:extLst>
          </p:cNvPr>
          <p:cNvSpPr txBox="1"/>
          <p:nvPr/>
        </p:nvSpPr>
        <p:spPr>
          <a:xfrm>
            <a:off x="5753100" y="34544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00">
                <a:solidFill>
                  <a:srgbClr val="EDE6D3"/>
                </a:solidFill>
                <a:latin typeface="Times New Roman"/>
                <a:cs typeface="Times New Roman"/>
              </a:rPr>
              <a:t>1679.3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3851F57-742A-3543-B29B-10ECE0A2E493}"/>
              </a:ext>
            </a:extLst>
          </p:cNvPr>
          <p:cNvSpPr/>
          <p:nvPr/>
        </p:nvSpPr>
        <p:spPr>
          <a:xfrm>
            <a:off x="406400" y="3683000"/>
            <a:ext cx="6197600" cy="635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1D7EBE9-06C5-F244-89D4-9A72E39B1733}"/>
              </a:ext>
            </a:extLst>
          </p:cNvPr>
          <p:cNvSpPr/>
          <p:nvPr/>
        </p:nvSpPr>
        <p:spPr>
          <a:xfrm>
            <a:off x="4902200" y="2692400"/>
            <a:ext cx="787400" cy="203200"/>
          </a:xfrm>
          <a:prstGeom prst="rect">
            <a:avLst/>
          </a:prstGeom>
          <a:noFill/>
          <a:ln w="25400" cap="flat" cmpd="sng" algn="ctr">
            <a:solidFill>
              <a:srgbClr val="D9423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0045C48-84FE-7248-ADE1-BAB22A5F4EE0}"/>
              </a:ext>
            </a:extLst>
          </p:cNvPr>
          <p:cNvSpPr txBox="1"/>
          <p:nvPr/>
        </p:nvSpPr>
        <p:spPr>
          <a:xfrm>
            <a:off x="6807200" y="1498600"/>
            <a:ext cx="1930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94235"/>
                </a:solidFill>
                <a:latin typeface="Times New Roman"/>
                <a:cs typeface="Times New Roman"/>
              </a:rPr>
              <a:t>m5: LOWEST AIC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F597583-BFCD-2C49-AB5A-44C4A3EC8E1A}"/>
              </a:ext>
            </a:extLst>
          </p:cNvPr>
          <p:cNvSpPr txBox="1"/>
          <p:nvPr/>
        </p:nvSpPr>
        <p:spPr>
          <a:xfrm>
            <a:off x="6807200" y="1701800"/>
            <a:ext cx="1930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EDE6D3"/>
                </a:solidFill>
                <a:latin typeface="Times New Roman"/>
                <a:cs typeface="Times New Roman"/>
              </a:rPr>
              <a:t>1603.4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08AAA67-49B0-7B4E-B8D4-7B9E3A4734D2}"/>
              </a:ext>
            </a:extLst>
          </p:cNvPr>
          <p:cNvSpPr txBox="1"/>
          <p:nvPr/>
        </p:nvSpPr>
        <p:spPr>
          <a:xfrm>
            <a:off x="6807200" y="2032000"/>
            <a:ext cx="1930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8FA3B8"/>
                </a:solidFill>
                <a:latin typeface="Times New Roman"/>
                <a:cs typeface="Times New Roman"/>
              </a:rPr>
              <a:t>Best bias–variance
trade-off of the 8 specs.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B24ABC3-2216-E242-A79E-E15AF2CBF86B}"/>
              </a:ext>
            </a:extLst>
          </p:cNvPr>
          <p:cNvSpPr txBox="1"/>
          <p:nvPr/>
        </p:nvSpPr>
        <p:spPr>
          <a:xfrm>
            <a:off x="6807200" y="2616200"/>
            <a:ext cx="1930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50" b="1">
                <a:solidFill>
                  <a:srgbClr val="C9B982"/>
                </a:solidFill>
                <a:latin typeface="Times New Roman"/>
                <a:cs typeface="Times New Roman"/>
              </a:rPr>
              <a:t>m1: lowest BIC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1CC29DE-76F5-1C49-882D-96FA8273CAD6}"/>
              </a:ext>
            </a:extLst>
          </p:cNvPr>
          <p:cNvSpPr txBox="1"/>
          <p:nvPr/>
        </p:nvSpPr>
        <p:spPr>
          <a:xfrm>
            <a:off x="6807200" y="2819400"/>
            <a:ext cx="1930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EDE6D3"/>
                </a:solidFill>
                <a:latin typeface="Times New Roman"/>
                <a:cs typeface="Times New Roman"/>
              </a:rPr>
              <a:t>1662.5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FF60338-E34D-B140-AB3F-E5D167313937}"/>
              </a:ext>
            </a:extLst>
          </p:cNvPr>
          <p:cNvSpPr txBox="1"/>
          <p:nvPr/>
        </p:nvSpPr>
        <p:spPr>
          <a:xfrm>
            <a:off x="6807200" y="3073400"/>
            <a:ext cx="19304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50" i="1">
                <a:solidFill>
                  <a:srgbClr val="8FA3B8"/>
                </a:solidFill>
                <a:latin typeface="Times New Roman"/>
                <a:cs typeface="Times New Roman"/>
              </a:rPr>
              <a:t>BIC penalizes params harder — but m5 is only 1.8 BIC higher.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BBD4739-0B8D-9C40-A5F5-AD91F32CDB1D}"/>
              </a:ext>
            </a:extLst>
          </p:cNvPr>
          <p:cNvSpPr txBox="1"/>
          <p:nvPr/>
        </p:nvSpPr>
        <p:spPr>
          <a:xfrm>
            <a:off x="406400" y="4635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C9B982"/>
                </a:solidFill>
                <a:latin typeface="Times New Roman"/>
                <a:cs typeface="Times New Roman"/>
              </a:rPr>
              <a:t>Takeaway ·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627EE14-7DD2-3D4C-A664-C8EEA97A9FC0}"/>
              </a:ext>
            </a:extLst>
          </p:cNvPr>
          <p:cNvSpPr txBox="1"/>
          <p:nvPr/>
        </p:nvSpPr>
        <p:spPr>
          <a:xfrm>
            <a:off x="1270000" y="4635500"/>
            <a:ext cx="74676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AIC selects m5 (interaction + age + social media). We carry it forward.</a:t>
            </a:r>
          </a:p>
        </p:txBody>
      </p:sp>
    </p:spTree>
    <p:extLst>
      <p:ext uri="{BB962C8B-B14F-4D97-AF65-F5344CB8AC3E}">
        <p14:creationId xmlns:p14="http://schemas.microsoft.com/office/powerpoint/2010/main" val="3399224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343B88-3F8E-CA44-8154-D239F59A3447}"/>
              </a:ext>
            </a:extLst>
          </p:cNvPr>
          <p:cNvSpPr txBox="1"/>
          <p:nvPr/>
        </p:nvSpPr>
        <p:spPr>
          <a:xfrm>
            <a:off x="6604000" y="203200"/>
            <a:ext cx="215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09  ·  Sensitivity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DF4F3-1267-9E42-AB08-66BC09293041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EDE6D3"/>
                </a:solidFill>
                <a:latin typeface="Times New Roman"/>
                <a:cs typeface="Times New Roman"/>
              </a:rPr>
              <a:t>Sensitivity Check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FD4793-4E1B-2241-84A1-E01463E384D1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66024-6442-A14D-BD80-AF56A3247666}"/>
              </a:ext>
            </a:extLst>
          </p:cNvPr>
          <p:cNvSpPr txBox="1"/>
          <p:nvPr/>
        </p:nvSpPr>
        <p:spPr>
          <a:xfrm>
            <a:off x="406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THE DECISION RULE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994F8-89A8-1146-854E-8CBADD5EE5F2}"/>
              </a:ext>
            </a:extLst>
          </p:cNvPr>
          <p:cNvSpPr txBox="1"/>
          <p:nvPr/>
        </p:nvSpPr>
        <p:spPr>
          <a:xfrm>
            <a:off x="406400" y="1422400"/>
            <a:ext cx="40132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DE6D3"/>
                </a:solidFill>
                <a:latin typeface="Times New Roman"/>
                <a:cs typeface="Times New Roman"/>
              </a:rPr>
              <a:t>Class rule for counts:
var ≈ mean  →  Poisson
var &gt;&gt; mean  →  Negative Binomial
Observed for score:
mean = 6.95,  var = 2.55
var &lt;&lt; mean  →  under-dispersion.
Neither is the textbook fit.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2CC32-86BC-5A4E-BC01-271114BA18D5}"/>
              </a:ext>
            </a:extLst>
          </p:cNvPr>
          <p:cNvSpPr txBox="1"/>
          <p:nvPr/>
        </p:nvSpPr>
        <p:spPr>
          <a:xfrm>
            <a:off x="4724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ROBUSTNESS CHECK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F0B4C-1C09-334D-9166-5338B3FF3C28}"/>
              </a:ext>
            </a:extLst>
          </p:cNvPr>
          <p:cNvSpPr txBox="1"/>
          <p:nvPr/>
        </p:nvSpPr>
        <p:spPr>
          <a:xfrm>
            <a:off x="4724400" y="1422400"/>
            <a:ext cx="40132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EDE6D3"/>
                </a:solidFill>
                <a:latin typeface="Times New Roman"/>
                <a:cs typeface="Times New Roman"/>
              </a:rPr>
              <a:t>Ran Poisson and NB anyway.
Signs and significance line up with the ordered probit:
over_25 and mobile remain negative and significant; AI familiarity and usage remain n.s.
Findings don't hinge on model family.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E0C7B-F17F-DF43-AD13-9CA966462504}"/>
              </a:ext>
            </a:extLst>
          </p:cNvPr>
          <p:cNvSpPr txBox="1"/>
          <p:nvPr/>
        </p:nvSpPr>
        <p:spPr>
          <a:xfrm>
            <a:off x="406400" y="46355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Score behaves like a bounded ordinal variable — oprobit is the right tool, count models agree.</a:t>
            </a:r>
          </a:p>
        </p:txBody>
      </p:sp>
    </p:spTree>
    <p:extLst>
      <p:ext uri="{BB962C8B-B14F-4D97-AF65-F5344CB8AC3E}">
        <p14:creationId xmlns:p14="http://schemas.microsoft.com/office/powerpoint/2010/main" val="594931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4BD41D-5D2B-BA46-8D72-C4903BCE2206}"/>
              </a:ext>
            </a:extLst>
          </p:cNvPr>
          <p:cNvSpPr txBox="1"/>
          <p:nvPr/>
        </p:nvSpPr>
        <p:spPr>
          <a:xfrm>
            <a:off x="6604000" y="203200"/>
            <a:ext cx="215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10  ·  Diagnostics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771C2-0445-2F46-ABA7-BE192444B091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EDE6D3"/>
                </a:solidFill>
                <a:latin typeface="Times New Roman"/>
                <a:cs typeface="Times New Roman"/>
              </a:rPr>
              <a:t>Diagnostics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F64FC-4C67-734A-9736-39E8E8E0E3AB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4FF33-01B2-B943-9624-F1C3F8FD3E1D}"/>
              </a:ext>
            </a:extLst>
          </p:cNvPr>
          <p:cNvSpPr txBox="1"/>
          <p:nvPr/>
        </p:nvSpPr>
        <p:spPr>
          <a:xfrm>
            <a:off x="406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PARALLEL REGRESSION ASSUMPTION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9BDE4-3439-C445-9220-1CB3DCED5D5C}"/>
              </a:ext>
            </a:extLst>
          </p:cNvPr>
          <p:cNvSpPr txBox="1"/>
          <p:nvPr/>
        </p:nvSpPr>
        <p:spPr>
          <a:xfrm>
            <a:off x="406400" y="1422400"/>
            <a:ext cx="4013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8FA3B8"/>
                </a:solidFill>
                <a:latin typeface="Times New Roman"/>
                <a:cs typeface="Times New Roman"/>
              </a:rPr>
              <a:t>Brant-style test on bucketed score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57457-C5B1-E747-B20A-C6D181157B77}"/>
              </a:ext>
            </a:extLst>
          </p:cNvPr>
          <p:cNvSpPr/>
          <p:nvPr/>
        </p:nvSpPr>
        <p:spPr>
          <a:xfrm>
            <a:off x="406400" y="1778000"/>
            <a:ext cx="40132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85F00-B4CE-8C42-9D9B-E99641477373}"/>
              </a:ext>
            </a:extLst>
          </p:cNvPr>
          <p:cNvSpPr txBox="1"/>
          <p:nvPr/>
        </p:nvSpPr>
        <p:spPr>
          <a:xfrm>
            <a:off x="406400" y="18288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CUTOFF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7A53E-AE47-5547-B268-2FC950380B9A}"/>
              </a:ext>
            </a:extLst>
          </p:cNvPr>
          <p:cNvSpPr txBox="1"/>
          <p:nvPr/>
        </p:nvSpPr>
        <p:spPr>
          <a:xfrm>
            <a:off x="1879600" y="18288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p-VALUE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C95A39-A033-084E-9DD2-421497EF2547}"/>
              </a:ext>
            </a:extLst>
          </p:cNvPr>
          <p:cNvSpPr txBox="1"/>
          <p:nvPr/>
        </p:nvSpPr>
        <p:spPr>
          <a:xfrm>
            <a:off x="406400" y="20574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cutoff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DC4486-25B9-8545-8C21-EE8AFC7F9B07}"/>
              </a:ext>
            </a:extLst>
          </p:cNvPr>
          <p:cNvSpPr txBox="1"/>
          <p:nvPr/>
        </p:nvSpPr>
        <p:spPr>
          <a:xfrm>
            <a:off x="1879600" y="20574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0.365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8D12E-A45B-374A-AF56-93D52E5756EC}"/>
              </a:ext>
            </a:extLst>
          </p:cNvPr>
          <p:cNvSpPr txBox="1"/>
          <p:nvPr/>
        </p:nvSpPr>
        <p:spPr>
          <a:xfrm>
            <a:off x="406400" y="22860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cutoff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462896-7335-6B41-AB6A-3FB009CBA8C1}"/>
              </a:ext>
            </a:extLst>
          </p:cNvPr>
          <p:cNvSpPr txBox="1"/>
          <p:nvPr/>
        </p:nvSpPr>
        <p:spPr>
          <a:xfrm>
            <a:off x="1879600" y="22860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0.302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912980-0E1B-F440-8295-97D29C310570}"/>
              </a:ext>
            </a:extLst>
          </p:cNvPr>
          <p:cNvSpPr txBox="1"/>
          <p:nvPr/>
        </p:nvSpPr>
        <p:spPr>
          <a:xfrm>
            <a:off x="406400" y="25146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cutoff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49D45-153B-C345-9BCE-D60042CD67A8}"/>
              </a:ext>
            </a:extLst>
          </p:cNvPr>
          <p:cNvSpPr txBox="1"/>
          <p:nvPr/>
        </p:nvSpPr>
        <p:spPr>
          <a:xfrm>
            <a:off x="1879600" y="25146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0.341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0373C1-DA6C-F04E-BFFB-26EB68205D56}"/>
              </a:ext>
            </a:extLst>
          </p:cNvPr>
          <p:cNvSpPr txBox="1"/>
          <p:nvPr/>
        </p:nvSpPr>
        <p:spPr>
          <a:xfrm>
            <a:off x="406400" y="27432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cutoff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C3D9F4-D67F-F040-92D7-01866A3D0E43}"/>
              </a:ext>
            </a:extLst>
          </p:cNvPr>
          <p:cNvSpPr txBox="1"/>
          <p:nvPr/>
        </p:nvSpPr>
        <p:spPr>
          <a:xfrm>
            <a:off x="1879600" y="27432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0.318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72DBE2-C4D6-D64E-A991-384D0111D9A3}"/>
              </a:ext>
            </a:extLst>
          </p:cNvPr>
          <p:cNvSpPr txBox="1"/>
          <p:nvPr/>
        </p:nvSpPr>
        <p:spPr>
          <a:xfrm>
            <a:off x="406400" y="29718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cutoff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F1B3EC-C5D0-9D4E-AB92-580C8414F80D}"/>
              </a:ext>
            </a:extLst>
          </p:cNvPr>
          <p:cNvSpPr txBox="1"/>
          <p:nvPr/>
        </p:nvSpPr>
        <p:spPr>
          <a:xfrm>
            <a:off x="1879600" y="2971800"/>
            <a:ext cx="127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0.372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8D603B-9771-2241-88F0-0F4BBD5BD102}"/>
              </a:ext>
            </a:extLst>
          </p:cNvPr>
          <p:cNvSpPr txBox="1"/>
          <p:nvPr/>
        </p:nvSpPr>
        <p:spPr>
          <a:xfrm>
            <a:off x="406400" y="3276600"/>
            <a:ext cx="401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9B982"/>
                </a:solidFill>
                <a:latin typeface="Times New Roman"/>
                <a:cs typeface="Times New Roman"/>
              </a:rPr>
              <a:t>All p &gt; 0.30  →  assumption holds 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B18D96-158C-A645-ADBD-CD4CF2B412FB}"/>
              </a:ext>
            </a:extLst>
          </p:cNvPr>
          <p:cNvSpPr txBox="1"/>
          <p:nvPr/>
        </p:nvSpPr>
        <p:spPr>
          <a:xfrm>
            <a:off x="4724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MULTICOLLINEARITY  (VIF)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F291CE-C4DC-E548-A354-5A5181944531}"/>
              </a:ext>
            </a:extLst>
          </p:cNvPr>
          <p:cNvSpPr txBox="1"/>
          <p:nvPr/>
        </p:nvSpPr>
        <p:spPr>
          <a:xfrm>
            <a:off x="4724400" y="1422400"/>
            <a:ext cx="4013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8FA3B8"/>
                </a:solidFill>
                <a:latin typeface="Times New Roman"/>
                <a:cs typeface="Times New Roman"/>
              </a:rPr>
              <a:t>computed on parallel OLS of m5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DED84E-42B4-D24E-866D-0560814250B8}"/>
              </a:ext>
            </a:extLst>
          </p:cNvPr>
          <p:cNvSpPr/>
          <p:nvPr/>
        </p:nvSpPr>
        <p:spPr>
          <a:xfrm>
            <a:off x="4724400" y="1778000"/>
            <a:ext cx="40132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0DB856-8698-F14F-885B-A554F8D90B67}"/>
              </a:ext>
            </a:extLst>
          </p:cNvPr>
          <p:cNvSpPr txBox="1"/>
          <p:nvPr/>
        </p:nvSpPr>
        <p:spPr>
          <a:xfrm>
            <a:off x="4724400" y="1828800"/>
            <a:ext cx="228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STATISTIC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958A37-69D4-A348-9EA3-544FB2103193}"/>
              </a:ext>
            </a:extLst>
          </p:cNvPr>
          <p:cNvSpPr txBox="1"/>
          <p:nvPr/>
        </p:nvSpPr>
        <p:spPr>
          <a:xfrm>
            <a:off x="7213600" y="18288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VALUE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0CB38B-99E2-F444-802B-1976C2D77CCD}"/>
              </a:ext>
            </a:extLst>
          </p:cNvPr>
          <p:cNvSpPr txBox="1"/>
          <p:nvPr/>
        </p:nvSpPr>
        <p:spPr>
          <a:xfrm>
            <a:off x="4724400" y="2057400"/>
            <a:ext cx="228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mean VIF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FB12F3-0A40-524D-AA61-C0309CCD4867}"/>
              </a:ext>
            </a:extLst>
          </p:cNvPr>
          <p:cNvSpPr txBox="1"/>
          <p:nvPr/>
        </p:nvSpPr>
        <p:spPr>
          <a:xfrm>
            <a:off x="7213600" y="20574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1.27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56A4A7-A46C-FC4D-B633-315163B843B4}"/>
              </a:ext>
            </a:extLst>
          </p:cNvPr>
          <p:cNvSpPr txBox="1"/>
          <p:nvPr/>
        </p:nvSpPr>
        <p:spPr>
          <a:xfrm>
            <a:off x="4724400" y="2286000"/>
            <a:ext cx="228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max VIF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4243D4-AEB7-9448-8AE4-E5A5689352F5}"/>
              </a:ext>
            </a:extLst>
          </p:cNvPr>
          <p:cNvSpPr txBox="1"/>
          <p:nvPr/>
        </p:nvSpPr>
        <p:spPr>
          <a:xfrm>
            <a:off x="7213600" y="22860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1.62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A3E771-7A5A-EE47-93FC-0208CFC33116}"/>
              </a:ext>
            </a:extLst>
          </p:cNvPr>
          <p:cNvSpPr txBox="1"/>
          <p:nvPr/>
        </p:nvSpPr>
        <p:spPr>
          <a:xfrm>
            <a:off x="4724400" y="2514600"/>
            <a:ext cx="228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rule of thumb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658362-B772-5C4A-80F7-2851D20C19F0}"/>
              </a:ext>
            </a:extLst>
          </p:cNvPr>
          <p:cNvSpPr txBox="1"/>
          <p:nvPr/>
        </p:nvSpPr>
        <p:spPr>
          <a:xfrm>
            <a:off x="7213600" y="25146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&lt;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4E9804-FEA9-354F-B014-1CF9EB8EDAB0}"/>
              </a:ext>
            </a:extLst>
          </p:cNvPr>
          <p:cNvSpPr txBox="1"/>
          <p:nvPr/>
        </p:nvSpPr>
        <p:spPr>
          <a:xfrm>
            <a:off x="4724400" y="2819400"/>
            <a:ext cx="4013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9B982"/>
                </a:solidFill>
                <a:latin typeface="Times New Roman"/>
                <a:cs typeface="Times New Roman"/>
              </a:rPr>
              <a:t>No collinearity concern 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E7C4C8-E22D-6B4F-AF2C-980B2114D4DD}"/>
              </a:ext>
            </a:extLst>
          </p:cNvPr>
          <p:cNvSpPr txBox="1"/>
          <p:nvPr/>
        </p:nvSpPr>
        <p:spPr>
          <a:xfrm>
            <a:off x="406400" y="46355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Model assumptions hold — m5 is safe to interpret as an ordered probit.</a:t>
            </a:r>
          </a:p>
        </p:txBody>
      </p:sp>
    </p:spTree>
    <p:extLst>
      <p:ext uri="{BB962C8B-B14F-4D97-AF65-F5344CB8AC3E}">
        <p14:creationId xmlns:p14="http://schemas.microsoft.com/office/powerpoint/2010/main" val="370662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FCA93F3-3B7F-5940-A7FD-5760C290233A}"/>
              </a:ext>
            </a:extLst>
          </p:cNvPr>
          <p:cNvSpPr/>
          <p:nvPr/>
        </p:nvSpPr>
        <p:spPr>
          <a:xfrm>
            <a:off x="406400" y="2120900"/>
            <a:ext cx="7874000" cy="254000"/>
          </a:xfrm>
          <a:prstGeom prst="rect">
            <a:avLst/>
          </a:prstGeom>
          <a:solidFill>
            <a:srgbClr val="3A37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990498-CBCC-5E43-9CA3-A24A51307381}"/>
              </a:ext>
            </a:extLst>
          </p:cNvPr>
          <p:cNvSpPr/>
          <p:nvPr/>
        </p:nvSpPr>
        <p:spPr>
          <a:xfrm>
            <a:off x="406400" y="1790700"/>
            <a:ext cx="7874000" cy="254000"/>
          </a:xfrm>
          <a:prstGeom prst="rect">
            <a:avLst/>
          </a:prstGeom>
          <a:solidFill>
            <a:srgbClr val="3A372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9BB87-EE9A-E04B-9377-DBEFBF5BBDFB}"/>
              </a:ext>
            </a:extLst>
          </p:cNvPr>
          <p:cNvSpPr txBox="1"/>
          <p:nvPr/>
        </p:nvSpPr>
        <p:spPr>
          <a:xfrm>
            <a:off x="6604000" y="203200"/>
            <a:ext cx="215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11  · 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79A01-0AB2-9248-8410-12B69475D8A3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EDE6D3"/>
                </a:solidFill>
                <a:latin typeface="Times New Roman"/>
                <a:cs typeface="Times New Roman"/>
              </a:rPr>
              <a:t>Who detects AI images?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9DAE2-B011-4340-8260-FE2D40C4B083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84AB0-C305-0D42-B5AA-5E8FC08CE8A4}"/>
              </a:ext>
            </a:extLst>
          </p:cNvPr>
          <p:cNvSpPr txBox="1"/>
          <p:nvPr/>
        </p:nvSpPr>
        <p:spPr>
          <a:xfrm>
            <a:off x="406400" y="11684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ORDERED PROBIT — MODEL m5  (N = 432)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7B9AAF-A119-E042-BD0D-D224A97C4A40}"/>
              </a:ext>
            </a:extLst>
          </p:cNvPr>
          <p:cNvSpPr/>
          <p:nvPr/>
        </p:nvSpPr>
        <p:spPr>
          <a:xfrm>
            <a:off x="406400" y="1498600"/>
            <a:ext cx="7874000" cy="12700"/>
          </a:xfrm>
          <a:prstGeom prst="rect">
            <a:avLst/>
          </a:prstGeom>
          <a:solidFill>
            <a:srgbClr val="8FA3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2B18B-FE7B-F145-8C66-BD3D8F63D224}"/>
              </a:ext>
            </a:extLst>
          </p:cNvPr>
          <p:cNvSpPr txBox="1"/>
          <p:nvPr/>
        </p:nvSpPr>
        <p:spPr>
          <a:xfrm>
            <a:off x="406400" y="15621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PREDICTOR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F6BF3-E551-8246-AC69-3C9D53A7A7C7}"/>
              </a:ext>
            </a:extLst>
          </p:cNvPr>
          <p:cNvSpPr txBox="1"/>
          <p:nvPr/>
        </p:nvSpPr>
        <p:spPr>
          <a:xfrm>
            <a:off x="4318000" y="1562100"/>
            <a:ext cx="825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l-GR" sz="900" b="1">
                <a:solidFill>
                  <a:srgbClr val="8FA3B8"/>
                </a:solidFill>
                <a:latin typeface="Times New Roman"/>
                <a:cs typeface="Times New Roman"/>
              </a:rPr>
              <a:t>β</a:t>
            </a:r>
            <a:endParaRPr lang="en-US" sz="900" b="1">
              <a:solidFill>
                <a:srgbClr val="8FA3B8"/>
              </a:solidFill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D773B-F827-7A49-87C5-FB2D9C8781B6}"/>
              </a:ext>
            </a:extLst>
          </p:cNvPr>
          <p:cNvSpPr txBox="1"/>
          <p:nvPr/>
        </p:nvSpPr>
        <p:spPr>
          <a:xfrm>
            <a:off x="5207000" y="1562100"/>
            <a:ext cx="825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54CA3F-7DB0-D540-BE70-A01FF1FD18DD}"/>
              </a:ext>
            </a:extLst>
          </p:cNvPr>
          <p:cNvSpPr txBox="1"/>
          <p:nvPr/>
        </p:nvSpPr>
        <p:spPr>
          <a:xfrm>
            <a:off x="6096000" y="1562100"/>
            <a:ext cx="952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 b="1">
                <a:solidFill>
                  <a:srgbClr val="8FA3B8"/>
                </a:solidFill>
                <a:latin typeface="Times New Roman"/>
                <a:cs typeface="Times New Roman"/>
              </a:rPr>
              <a:t>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5BB2D-804A-5C4D-B2FA-670EEB25C62C}"/>
              </a:ext>
            </a:extLst>
          </p:cNvPr>
          <p:cNvSpPr txBox="1"/>
          <p:nvPr/>
        </p:nvSpPr>
        <p:spPr>
          <a:xfrm>
            <a:off x="7112000" y="1562100"/>
            <a:ext cx="152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 sz="900" b="1">
              <a:solidFill>
                <a:srgbClr val="8FA3B8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78F00-B18D-8D44-9659-C9FE128FE026}"/>
              </a:ext>
            </a:extLst>
          </p:cNvPr>
          <p:cNvSpPr/>
          <p:nvPr/>
        </p:nvSpPr>
        <p:spPr>
          <a:xfrm>
            <a:off x="406400" y="1765300"/>
            <a:ext cx="78740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852567-4802-5243-B93E-535BA01184DC}"/>
              </a:ext>
            </a:extLst>
          </p:cNvPr>
          <p:cNvSpPr txBox="1"/>
          <p:nvPr/>
        </p:nvSpPr>
        <p:spPr>
          <a:xfrm>
            <a:off x="406400" y="18161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EDE6D3"/>
                </a:solidFill>
                <a:latin typeface="Times New Roman"/>
                <a:cs typeface="Times New Roman"/>
              </a:rPr>
              <a:t>Faculty/Staff  (vs. Student)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916691-C813-734C-9C33-495D5C438ED8}"/>
              </a:ext>
            </a:extLst>
          </p:cNvPr>
          <p:cNvSpPr txBox="1"/>
          <p:nvPr/>
        </p:nvSpPr>
        <p:spPr>
          <a:xfrm>
            <a:off x="4318000" y="18161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C9B982"/>
                </a:solidFill>
                <a:latin typeface="Times New Roman"/>
                <a:cs typeface="Times New Roman"/>
              </a:rPr>
              <a:t>−0.341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5D36EB-ED1C-BE44-89C6-AA5400A89FE1}"/>
              </a:ext>
            </a:extLst>
          </p:cNvPr>
          <p:cNvSpPr txBox="1"/>
          <p:nvPr/>
        </p:nvSpPr>
        <p:spPr>
          <a:xfrm>
            <a:off x="5207000" y="18161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0.167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7161BD-AC2D-574A-8E2E-28AE028B261B}"/>
              </a:ext>
            </a:extLst>
          </p:cNvPr>
          <p:cNvSpPr txBox="1"/>
          <p:nvPr/>
        </p:nvSpPr>
        <p:spPr>
          <a:xfrm>
            <a:off x="6096000" y="1816100"/>
            <a:ext cx="95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C9B982"/>
                </a:solidFill>
                <a:latin typeface="Times New Roman"/>
                <a:cs typeface="Times New Roman"/>
              </a:rPr>
              <a:t>0.041*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DF2438-25CE-C94A-8938-AB7C7FC2BD0A}"/>
              </a:ext>
            </a:extLst>
          </p:cNvPr>
          <p:cNvSpPr txBox="1"/>
          <p:nvPr/>
        </p:nvSpPr>
        <p:spPr>
          <a:xfrm>
            <a:off x="7112000" y="18161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significant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2A1D5B-294E-A048-AE82-9D6A302DD4F6}"/>
              </a:ext>
            </a:extLst>
          </p:cNvPr>
          <p:cNvSpPr/>
          <p:nvPr/>
        </p:nvSpPr>
        <p:spPr>
          <a:xfrm>
            <a:off x="406400" y="2095500"/>
            <a:ext cx="78740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20870E-FEF8-1749-8581-7AA44F0C3FE9}"/>
              </a:ext>
            </a:extLst>
          </p:cNvPr>
          <p:cNvSpPr txBox="1"/>
          <p:nvPr/>
        </p:nvSpPr>
        <p:spPr>
          <a:xfrm>
            <a:off x="406400" y="21463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EDE6D3"/>
                </a:solidFill>
                <a:latin typeface="Times New Roman"/>
                <a:cs typeface="Times New Roman"/>
              </a:rPr>
              <a:t>Mobile phone  (vs. Laptop)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EA2E10-B40B-0F4A-B22A-8727D5E79165}"/>
              </a:ext>
            </a:extLst>
          </p:cNvPr>
          <p:cNvSpPr txBox="1"/>
          <p:nvPr/>
        </p:nvSpPr>
        <p:spPr>
          <a:xfrm>
            <a:off x="4318000" y="21463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C9B982"/>
                </a:solidFill>
                <a:latin typeface="Times New Roman"/>
                <a:cs typeface="Times New Roman"/>
              </a:rPr>
              <a:t>−0.247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9F67BF-C597-BE44-922B-B59A749731B2}"/>
              </a:ext>
            </a:extLst>
          </p:cNvPr>
          <p:cNvSpPr txBox="1"/>
          <p:nvPr/>
        </p:nvSpPr>
        <p:spPr>
          <a:xfrm>
            <a:off x="5207000" y="21463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0.112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CA0EA3-25E9-3545-8673-86C80589C549}"/>
              </a:ext>
            </a:extLst>
          </p:cNvPr>
          <p:cNvSpPr txBox="1"/>
          <p:nvPr/>
        </p:nvSpPr>
        <p:spPr>
          <a:xfrm>
            <a:off x="6096000" y="2146300"/>
            <a:ext cx="95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C9B982"/>
                </a:solidFill>
                <a:latin typeface="Times New Roman"/>
                <a:cs typeface="Times New Roman"/>
              </a:rPr>
              <a:t>0.028*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5BC526-2900-3440-95F6-9C8250E80CEC}"/>
              </a:ext>
            </a:extLst>
          </p:cNvPr>
          <p:cNvSpPr txBox="1"/>
          <p:nvPr/>
        </p:nvSpPr>
        <p:spPr>
          <a:xfrm>
            <a:off x="7112000" y="21463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significant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0AC123-B202-6747-BC17-03F687A78F34}"/>
              </a:ext>
            </a:extLst>
          </p:cNvPr>
          <p:cNvSpPr/>
          <p:nvPr/>
        </p:nvSpPr>
        <p:spPr>
          <a:xfrm>
            <a:off x="406400" y="2425700"/>
            <a:ext cx="78740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F3C2C2-B6F2-3649-BC66-E31EC423AB40}"/>
              </a:ext>
            </a:extLst>
          </p:cNvPr>
          <p:cNvSpPr txBox="1"/>
          <p:nvPr/>
        </p:nvSpPr>
        <p:spPr>
          <a:xfrm>
            <a:off x="406400" y="24765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AI familiarity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094749-3191-8248-8C78-1C3B870A5724}"/>
              </a:ext>
            </a:extLst>
          </p:cNvPr>
          <p:cNvSpPr txBox="1"/>
          <p:nvPr/>
        </p:nvSpPr>
        <p:spPr>
          <a:xfrm>
            <a:off x="4318000" y="24765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+0.042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EE071A-B2E1-5F44-AAE8-7ED81A867458}"/>
              </a:ext>
            </a:extLst>
          </p:cNvPr>
          <p:cNvSpPr txBox="1"/>
          <p:nvPr/>
        </p:nvSpPr>
        <p:spPr>
          <a:xfrm>
            <a:off x="5207000" y="24765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0.088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E7CF73-7BBE-2641-89F9-44C60360E97D}"/>
              </a:ext>
            </a:extLst>
          </p:cNvPr>
          <p:cNvSpPr txBox="1"/>
          <p:nvPr/>
        </p:nvSpPr>
        <p:spPr>
          <a:xfrm>
            <a:off x="6096000" y="2476500"/>
            <a:ext cx="95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0.634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229C2D-87C2-AC4C-BA63-BC2BD924FE2B}"/>
              </a:ext>
            </a:extLst>
          </p:cNvPr>
          <p:cNvSpPr txBox="1"/>
          <p:nvPr/>
        </p:nvSpPr>
        <p:spPr>
          <a:xfrm>
            <a:off x="7112000" y="24765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8FA3B8"/>
                </a:solidFill>
                <a:latin typeface="Times New Roman"/>
                <a:cs typeface="Times New Roman"/>
              </a:rPr>
              <a:t>n.s.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2CD285-CE24-9C49-B270-3C9EAF3CED14}"/>
              </a:ext>
            </a:extLst>
          </p:cNvPr>
          <p:cNvSpPr/>
          <p:nvPr/>
        </p:nvSpPr>
        <p:spPr>
          <a:xfrm>
            <a:off x="406400" y="2755900"/>
            <a:ext cx="78740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0C72DC-DC4C-5747-BE12-F73B5CEEEC0A}"/>
              </a:ext>
            </a:extLst>
          </p:cNvPr>
          <p:cNvSpPr txBox="1"/>
          <p:nvPr/>
        </p:nvSpPr>
        <p:spPr>
          <a:xfrm>
            <a:off x="406400" y="28067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AI weekly usage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81DA4C-A57F-DD42-AE44-FF51B48639FB}"/>
              </a:ext>
            </a:extLst>
          </p:cNvPr>
          <p:cNvSpPr txBox="1"/>
          <p:nvPr/>
        </p:nvSpPr>
        <p:spPr>
          <a:xfrm>
            <a:off x="4318000" y="28067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+0.019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FC0CC5-5CC3-5943-96FD-FFC2D349D2F5}"/>
              </a:ext>
            </a:extLst>
          </p:cNvPr>
          <p:cNvSpPr txBox="1"/>
          <p:nvPr/>
        </p:nvSpPr>
        <p:spPr>
          <a:xfrm>
            <a:off x="5207000" y="28067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0.074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63110A-008F-0D4A-A3A3-8A0A66CD78B1}"/>
              </a:ext>
            </a:extLst>
          </p:cNvPr>
          <p:cNvSpPr txBox="1"/>
          <p:nvPr/>
        </p:nvSpPr>
        <p:spPr>
          <a:xfrm>
            <a:off x="6096000" y="2806700"/>
            <a:ext cx="95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0.798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5B3909-5B6B-B244-A392-9D566D9F6A2E}"/>
              </a:ext>
            </a:extLst>
          </p:cNvPr>
          <p:cNvSpPr txBox="1"/>
          <p:nvPr/>
        </p:nvSpPr>
        <p:spPr>
          <a:xfrm>
            <a:off x="7112000" y="28067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8FA3B8"/>
                </a:solidFill>
                <a:latin typeface="Times New Roman"/>
                <a:cs typeface="Times New Roman"/>
              </a:rPr>
              <a:t>n.s.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674590-C7D7-0D4D-9B2A-0AA7E7E939A1}"/>
              </a:ext>
            </a:extLst>
          </p:cNvPr>
          <p:cNvSpPr/>
          <p:nvPr/>
        </p:nvSpPr>
        <p:spPr>
          <a:xfrm>
            <a:off x="406400" y="3086100"/>
            <a:ext cx="78740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8BAFB6-D237-A341-A3BD-DC4520886F8C}"/>
              </a:ext>
            </a:extLst>
          </p:cNvPr>
          <p:cNvSpPr txBox="1"/>
          <p:nvPr/>
        </p:nvSpPr>
        <p:spPr>
          <a:xfrm>
            <a:off x="406400" y="31369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AI familiarity × usage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0E5E1A-22EC-F841-95DE-657C40823384}"/>
              </a:ext>
            </a:extLst>
          </p:cNvPr>
          <p:cNvSpPr txBox="1"/>
          <p:nvPr/>
        </p:nvSpPr>
        <p:spPr>
          <a:xfrm>
            <a:off x="4318000" y="31369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−0.011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F616C5-89D2-0F47-B8D6-124771D0EA59}"/>
              </a:ext>
            </a:extLst>
          </p:cNvPr>
          <p:cNvSpPr txBox="1"/>
          <p:nvPr/>
        </p:nvSpPr>
        <p:spPr>
          <a:xfrm>
            <a:off x="5207000" y="31369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0.036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7D5B6E-6021-0743-8810-AD3F8598F7E9}"/>
              </a:ext>
            </a:extLst>
          </p:cNvPr>
          <p:cNvSpPr txBox="1"/>
          <p:nvPr/>
        </p:nvSpPr>
        <p:spPr>
          <a:xfrm>
            <a:off x="6096000" y="3136900"/>
            <a:ext cx="95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0.760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F91367-45A9-0648-A8FA-59E82C3CEC9F}"/>
              </a:ext>
            </a:extLst>
          </p:cNvPr>
          <p:cNvSpPr txBox="1"/>
          <p:nvPr/>
        </p:nvSpPr>
        <p:spPr>
          <a:xfrm>
            <a:off x="7112000" y="31369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8FA3B8"/>
                </a:solidFill>
                <a:latin typeface="Times New Roman"/>
                <a:cs typeface="Times New Roman"/>
              </a:rPr>
              <a:t>n.s.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DEA2C6-B318-CA43-8478-978BA1075A00}"/>
              </a:ext>
            </a:extLst>
          </p:cNvPr>
          <p:cNvSpPr/>
          <p:nvPr/>
        </p:nvSpPr>
        <p:spPr>
          <a:xfrm>
            <a:off x="406400" y="3416300"/>
            <a:ext cx="78740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3E26D0-BFF3-6E44-A136-AA87ACC0E6E3}"/>
              </a:ext>
            </a:extLst>
          </p:cNvPr>
          <p:cNvSpPr txBox="1"/>
          <p:nvPr/>
        </p:nvSpPr>
        <p:spPr>
          <a:xfrm>
            <a:off x="406400" y="3467100"/>
            <a:ext cx="381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Social media time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1C6537-BB9B-6D4B-A390-5B1D8DA5097C}"/>
              </a:ext>
            </a:extLst>
          </p:cNvPr>
          <p:cNvSpPr txBox="1"/>
          <p:nvPr/>
        </p:nvSpPr>
        <p:spPr>
          <a:xfrm>
            <a:off x="4318000" y="34671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+0.028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999550-DFD7-0243-99AC-450199F7E842}"/>
              </a:ext>
            </a:extLst>
          </p:cNvPr>
          <p:cNvSpPr txBox="1"/>
          <p:nvPr/>
        </p:nvSpPr>
        <p:spPr>
          <a:xfrm>
            <a:off x="5207000" y="3467100"/>
            <a:ext cx="825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0.051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336207-8BD6-3845-B80A-2D2D03A00D08}"/>
              </a:ext>
            </a:extLst>
          </p:cNvPr>
          <p:cNvSpPr txBox="1"/>
          <p:nvPr/>
        </p:nvSpPr>
        <p:spPr>
          <a:xfrm>
            <a:off x="6096000" y="3467100"/>
            <a:ext cx="952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EDE6D3"/>
                </a:solidFill>
                <a:latin typeface="Times New Roman"/>
                <a:cs typeface="Times New Roman"/>
              </a:rPr>
              <a:t>0.589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5014B6-5019-1D48-B4A6-EDBDE14DA8F8}"/>
              </a:ext>
            </a:extLst>
          </p:cNvPr>
          <p:cNvSpPr txBox="1"/>
          <p:nvPr/>
        </p:nvSpPr>
        <p:spPr>
          <a:xfrm>
            <a:off x="7112000" y="3467100"/>
            <a:ext cx="152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8FA3B8"/>
                </a:solidFill>
                <a:latin typeface="Times New Roman"/>
                <a:cs typeface="Times New Roman"/>
              </a:rPr>
              <a:t>n.s.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EC30E45-EBE2-FC4F-9681-31B1ADA887F8}"/>
              </a:ext>
            </a:extLst>
          </p:cNvPr>
          <p:cNvSpPr/>
          <p:nvPr/>
        </p:nvSpPr>
        <p:spPr>
          <a:xfrm>
            <a:off x="406400" y="3746500"/>
            <a:ext cx="7874000" cy="12700"/>
          </a:xfrm>
          <a:prstGeom prst="rect">
            <a:avLst/>
          </a:prstGeom>
          <a:solidFill>
            <a:srgbClr val="6E768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36845F-E0CF-FE43-B7BD-A8D3F7ECDC53}"/>
              </a:ext>
            </a:extLst>
          </p:cNvPr>
          <p:cNvSpPr txBox="1"/>
          <p:nvPr/>
        </p:nvSpPr>
        <p:spPr>
          <a:xfrm>
            <a:off x="406400" y="3898900"/>
            <a:ext cx="787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i="1">
                <a:solidFill>
                  <a:srgbClr val="8FA3B8"/>
                </a:solidFill>
                <a:latin typeface="Times New Roman"/>
                <a:cs typeface="Times New Roman"/>
              </a:rPr>
              <a:t>* p &lt; 0.05.   Cutpoints and model fit suppressed.   Full table: see appendix.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CAA2A0-0380-AF49-8230-A1077E6F00C8}"/>
              </a:ext>
            </a:extLst>
          </p:cNvPr>
          <p:cNvSpPr txBox="1"/>
          <p:nvPr/>
        </p:nvSpPr>
        <p:spPr>
          <a:xfrm>
            <a:off x="406400" y="46355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C9B982"/>
                </a:solidFill>
                <a:latin typeface="Times New Roman"/>
                <a:cs typeface="Times New Roman"/>
              </a:rPr>
              <a:t>Two things predict score: being a student, and using a laptop. AI exposure does not.</a:t>
            </a:r>
          </a:p>
        </p:txBody>
      </p:sp>
    </p:spTree>
    <p:extLst>
      <p:ext uri="{BB962C8B-B14F-4D97-AF65-F5344CB8AC3E}">
        <p14:creationId xmlns:p14="http://schemas.microsoft.com/office/powerpoint/2010/main" val="395615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1934B-F257-F040-BD60-F6D68682B90E}"/>
              </a:ext>
            </a:extLst>
          </p:cNvPr>
          <p:cNvSpPr txBox="1"/>
          <p:nvPr/>
        </p:nvSpPr>
        <p:spPr>
          <a:xfrm>
            <a:off x="6604000" y="203200"/>
            <a:ext cx="215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00">
                <a:solidFill>
                  <a:srgbClr val="8FA3B8"/>
                </a:solidFill>
                <a:latin typeface="Times New Roman"/>
                <a:cs typeface="Times New Roman"/>
              </a:rPr>
              <a:t>13  · 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E666C-7B3A-7146-A866-8DC9431E0BD2}"/>
              </a:ext>
            </a:extLst>
          </p:cNvPr>
          <p:cNvSpPr txBox="1"/>
          <p:nvPr/>
        </p:nvSpPr>
        <p:spPr>
          <a:xfrm>
            <a:off x="406400" y="381000"/>
            <a:ext cx="8331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EDE6D3"/>
                </a:solidFill>
                <a:latin typeface="Times New Roman"/>
                <a:cs typeface="Times New Roman"/>
              </a:rPr>
              <a:t>Limitations &amp; next steps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B357C2-A1B3-7A43-9A5C-5B076FB3442A}"/>
              </a:ext>
            </a:extLst>
          </p:cNvPr>
          <p:cNvSpPr/>
          <p:nvPr/>
        </p:nvSpPr>
        <p:spPr>
          <a:xfrm>
            <a:off x="406400" y="914400"/>
            <a:ext cx="406400" cy="25400"/>
          </a:xfrm>
          <a:prstGeom prst="rect">
            <a:avLst/>
          </a:prstGeom>
          <a:solidFill>
            <a:srgbClr val="C9B98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D3F4B-053E-1049-8516-620336212E34}"/>
              </a:ext>
            </a:extLst>
          </p:cNvPr>
          <p:cNvSpPr txBox="1"/>
          <p:nvPr/>
        </p:nvSpPr>
        <p:spPr>
          <a:xfrm>
            <a:off x="406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LIMITATIONS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470E8-FAFD-0D4E-9CAE-6288C4B3C91A}"/>
              </a:ext>
            </a:extLst>
          </p:cNvPr>
          <p:cNvSpPr txBox="1"/>
          <p:nvPr/>
        </p:nvSpPr>
        <p:spPr>
          <a:xfrm>
            <a:off x="406400" y="14605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24959-1B88-6849-A84E-6B0EEDBB3B17}"/>
              </a:ext>
            </a:extLst>
          </p:cNvPr>
          <p:cNvSpPr txBox="1"/>
          <p:nvPr/>
        </p:nvSpPr>
        <p:spPr>
          <a:xfrm>
            <a:off x="635000" y="1460500"/>
            <a:ext cx="375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 dirty="0">
                <a:solidFill>
                  <a:srgbClr val="EDE6D3"/>
                </a:solidFill>
                <a:latin typeface="Times New Roman"/>
                <a:cs typeface="Times New Roman"/>
              </a:rPr>
              <a:t>Broaden sample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DB7BC-2A85-6B4A-A229-BC96F6BCDC81}"/>
              </a:ext>
            </a:extLst>
          </p:cNvPr>
          <p:cNvSpPr txBox="1"/>
          <p:nvPr/>
        </p:nvSpPr>
        <p:spPr>
          <a:xfrm>
            <a:off x="635000" y="1714500"/>
            <a:ext cx="3784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Bowdoin = convenience sample</a:t>
            </a:r>
          </a:p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Not generalizable to the broader public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E46DA-DAF7-DC41-BE9C-80E1FD1DB2A6}"/>
              </a:ext>
            </a:extLst>
          </p:cNvPr>
          <p:cNvSpPr txBox="1"/>
          <p:nvPr/>
        </p:nvSpPr>
        <p:spPr>
          <a:xfrm>
            <a:off x="406400" y="22479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AABB3-16FB-304B-9EA7-A19E6C9EADC2}"/>
              </a:ext>
            </a:extLst>
          </p:cNvPr>
          <p:cNvSpPr txBox="1"/>
          <p:nvPr/>
        </p:nvSpPr>
        <p:spPr>
          <a:xfrm>
            <a:off x="635000" y="2247900"/>
            <a:ext cx="375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Only 10 images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60A8D-4D4A-764F-B34A-B8AC666F1965}"/>
              </a:ext>
            </a:extLst>
          </p:cNvPr>
          <p:cNvSpPr txBox="1"/>
          <p:nvPr/>
        </p:nvSpPr>
        <p:spPr>
          <a:xfrm>
            <a:off x="635000" y="2501900"/>
            <a:ext cx="3784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Small per-person n</a:t>
            </a:r>
          </a:p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Floor and ceiling effects at the tails of the score distribution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963EF-2729-AC4C-928C-D56778F193DF}"/>
              </a:ext>
            </a:extLst>
          </p:cNvPr>
          <p:cNvSpPr txBox="1"/>
          <p:nvPr/>
        </p:nvSpPr>
        <p:spPr>
          <a:xfrm>
            <a:off x="406400" y="30353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2B8D3C-B283-1142-B820-CCF483081DB5}"/>
              </a:ext>
            </a:extLst>
          </p:cNvPr>
          <p:cNvSpPr txBox="1"/>
          <p:nvPr/>
        </p:nvSpPr>
        <p:spPr>
          <a:xfrm>
            <a:off x="635000" y="3035300"/>
            <a:ext cx="375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Device confound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A3E841-C025-1845-9611-79DF40E50386}"/>
              </a:ext>
            </a:extLst>
          </p:cNvPr>
          <p:cNvSpPr txBox="1"/>
          <p:nvPr/>
        </p:nvSpPr>
        <p:spPr>
          <a:xfrm>
            <a:off x="635000" y="3289300"/>
            <a:ext cx="3556001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Can't separate device physics from the kind of person who uses a phone.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405631-25CB-0E41-A3D0-E3E0CB47D249}"/>
              </a:ext>
            </a:extLst>
          </p:cNvPr>
          <p:cNvSpPr txBox="1"/>
          <p:nvPr/>
        </p:nvSpPr>
        <p:spPr>
          <a:xfrm>
            <a:off x="406400" y="38227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E9CC1-F4CB-0F4F-8E00-DB8983BA60EE}"/>
              </a:ext>
            </a:extLst>
          </p:cNvPr>
          <p:cNvSpPr txBox="1"/>
          <p:nvPr/>
        </p:nvSpPr>
        <p:spPr>
          <a:xfrm>
            <a:off x="635000" y="3822700"/>
            <a:ext cx="375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Self-reported 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9211C-65FC-9E4F-A91B-D40D511FE172}"/>
              </a:ext>
            </a:extLst>
          </p:cNvPr>
          <p:cNvSpPr txBox="1"/>
          <p:nvPr/>
        </p:nvSpPr>
        <p:spPr>
          <a:xfrm>
            <a:off x="635000" y="4076700"/>
            <a:ext cx="3784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An objective AI-literacy test would be cleaner.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B667B1-83EF-DC47-B541-491B3E5DD301}"/>
              </a:ext>
            </a:extLst>
          </p:cNvPr>
          <p:cNvSpPr txBox="1"/>
          <p:nvPr/>
        </p:nvSpPr>
        <p:spPr>
          <a:xfrm>
            <a:off x="4724400" y="1168400"/>
            <a:ext cx="401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 b="1">
                <a:solidFill>
                  <a:srgbClr val="C9B982"/>
                </a:solidFill>
                <a:latin typeface="Times New Roman"/>
                <a:cs typeface="Times New Roman"/>
              </a:rPr>
              <a:t>NEXT STEPS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3E2CF-7405-FC45-AB46-FA726ECB2E81}"/>
              </a:ext>
            </a:extLst>
          </p:cNvPr>
          <p:cNvSpPr txBox="1"/>
          <p:nvPr/>
        </p:nvSpPr>
        <p:spPr>
          <a:xfrm>
            <a:off x="4724400" y="14605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6C7097-6EF7-AC48-A6E0-1722E9D52DF2}"/>
              </a:ext>
            </a:extLst>
          </p:cNvPr>
          <p:cNvSpPr txBox="1"/>
          <p:nvPr/>
        </p:nvSpPr>
        <p:spPr>
          <a:xfrm>
            <a:off x="4953000" y="1460500"/>
            <a:ext cx="3784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Broaden the sample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120E4E-AF88-3341-8F49-3A30F9B01DBD}"/>
              </a:ext>
            </a:extLst>
          </p:cNvPr>
          <p:cNvSpPr txBox="1"/>
          <p:nvPr/>
        </p:nvSpPr>
        <p:spPr>
          <a:xfrm>
            <a:off x="4953000" y="1714500"/>
            <a:ext cx="3784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Qualtrics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932395-A6C9-C442-955D-7B510F02D589}"/>
              </a:ext>
            </a:extLst>
          </p:cNvPr>
          <p:cNvSpPr txBox="1"/>
          <p:nvPr/>
        </p:nvSpPr>
        <p:spPr>
          <a:xfrm>
            <a:off x="4724400" y="22479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498FE5-9077-6843-AAC4-ED1A49574EAC}"/>
              </a:ext>
            </a:extLst>
          </p:cNvPr>
          <p:cNvSpPr txBox="1"/>
          <p:nvPr/>
        </p:nvSpPr>
        <p:spPr>
          <a:xfrm>
            <a:off x="4953000" y="2247900"/>
            <a:ext cx="3784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More images, varied hardness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21899-76C8-AD43-B5C6-26116BD073D1}"/>
              </a:ext>
            </a:extLst>
          </p:cNvPr>
          <p:cNvSpPr txBox="1"/>
          <p:nvPr/>
        </p:nvSpPr>
        <p:spPr>
          <a:xfrm>
            <a:off x="4953000" y="2501900"/>
            <a:ext cx="3784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30+ items with calibrated difficulty</a:t>
            </a:r>
          </a:p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Separates skill from luck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833995-6699-7F4F-A0A8-9C06665FA06D}"/>
              </a:ext>
            </a:extLst>
          </p:cNvPr>
          <p:cNvSpPr txBox="1"/>
          <p:nvPr/>
        </p:nvSpPr>
        <p:spPr>
          <a:xfrm>
            <a:off x="4724400" y="30353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199B47-7866-7D4C-A7CB-55D1D245F82B}"/>
              </a:ext>
            </a:extLst>
          </p:cNvPr>
          <p:cNvSpPr txBox="1"/>
          <p:nvPr/>
        </p:nvSpPr>
        <p:spPr>
          <a:xfrm>
            <a:off x="4953000" y="3035300"/>
            <a:ext cx="3784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Objective AI literacy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52DFB7-56FF-6E43-AC06-4F3D744CB9B6}"/>
              </a:ext>
            </a:extLst>
          </p:cNvPr>
          <p:cNvSpPr txBox="1"/>
          <p:nvPr/>
        </p:nvSpPr>
        <p:spPr>
          <a:xfrm>
            <a:off x="4953000" y="3289300"/>
            <a:ext cx="37846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Replace self-report with a short quiz on AI-image tells (hands, text, reflections).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7807D6-CDBE-B446-B19C-024E24C1D2FD}"/>
              </a:ext>
            </a:extLst>
          </p:cNvPr>
          <p:cNvSpPr txBox="1"/>
          <p:nvPr/>
        </p:nvSpPr>
        <p:spPr>
          <a:xfrm>
            <a:off x="4724400" y="3822700"/>
            <a:ext cx="12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C9B982"/>
                </a:solidFill>
                <a:latin typeface="Times New Roman"/>
                <a:cs typeface="Times New Roman"/>
              </a:rPr>
              <a:t>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648820-419C-AE4C-B844-43AE9A7BD8EC}"/>
              </a:ext>
            </a:extLst>
          </p:cNvPr>
          <p:cNvSpPr txBox="1"/>
          <p:nvPr/>
        </p:nvSpPr>
        <p:spPr>
          <a:xfrm>
            <a:off x="4953000" y="3822700"/>
            <a:ext cx="3784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EDE6D3"/>
                </a:solidFill>
                <a:latin typeface="Times New Roman"/>
                <a:cs typeface="Times New Roman"/>
              </a:rPr>
              <a:t>Unpack the device effect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681CC5-E08B-474A-9C51-817FE3C2E262}"/>
              </a:ext>
            </a:extLst>
          </p:cNvPr>
          <p:cNvSpPr txBox="1"/>
          <p:nvPr/>
        </p:nvSpPr>
        <p:spPr>
          <a:xfrm>
            <a:off x="4952999" y="4076700"/>
            <a:ext cx="4013199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100" dirty="0">
                <a:solidFill>
                  <a:srgbClr val="EDE6D3"/>
                </a:solidFill>
                <a:cs typeface="Times New Roman"/>
              </a:rPr>
              <a:t>Isolate screen size from user type</a:t>
            </a:r>
          </a:p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Random Control Trial: </a:t>
            </a:r>
          </a:p>
          <a:p>
            <a:pPr algn="l"/>
            <a:r>
              <a:rPr lang="en-US" sz="1100" dirty="0">
                <a:solidFill>
                  <a:srgbClr val="EDE6D3"/>
                </a:solidFill>
                <a:latin typeface="Times New Roman"/>
                <a:cs typeface="Times New Roman"/>
              </a:rPr>
              <a:t>1/2 take survey on mobile (laptop) first, then laptop (mobile)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3BE042-EA66-6D40-B1EB-84D5EFC54672}"/>
              </a:ext>
            </a:extLst>
          </p:cNvPr>
          <p:cNvSpPr txBox="1"/>
          <p:nvPr/>
        </p:nvSpPr>
        <p:spPr>
          <a:xfrm>
            <a:off x="431800" y="4829629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 dirty="0">
                <a:solidFill>
                  <a:srgbClr val="C9B982"/>
                </a:solidFill>
                <a:latin typeface="Times New Roman"/>
                <a:cs typeface="Times New Roman"/>
              </a:rPr>
              <a:t>Signal is real, but narrow. Replication with broader sampling and objective measures is the obvious next move.</a:t>
            </a:r>
          </a:p>
        </p:txBody>
      </p:sp>
    </p:spTree>
    <p:extLst>
      <p:ext uri="{BB962C8B-B14F-4D97-AF65-F5344CB8AC3E}">
        <p14:creationId xmlns:p14="http://schemas.microsoft.com/office/powerpoint/2010/main" val="342291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541192830]">
  <a:themeElements>
    <a:clrScheme name="Office">
      <a:dk1>
        <a:srgbClr val="EDE6D3"/>
      </a:dk1>
      <a:lt1>
        <a:srgbClr val="14161C"/>
      </a:lt1>
      <a:dk2>
        <a:srgbClr val="C9B982"/>
      </a:dk2>
      <a:lt2>
        <a:srgbClr val="6E7684"/>
      </a:lt2>
      <a:accent1>
        <a:srgbClr val="C9B982"/>
      </a:accent1>
      <a:accent2>
        <a:srgbClr val="8FA3B8"/>
      </a:accent2>
      <a:accent3>
        <a:srgbClr val="A67A5B"/>
      </a:accent3>
      <a:accent4>
        <a:srgbClr val="7D8B7A"/>
      </a:accent4>
      <a:accent5>
        <a:srgbClr val="9E8AA8"/>
      </a:accent5>
      <a:accent6>
        <a:srgbClr val="B89868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1752FE-4D7C-C643-83CA-B7E670FB378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ceb726e-6405-4389-88b5-716836ae3a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1201</Words>
  <Application>Microsoft Macintosh PowerPoint</Application>
  <PresentationFormat>On-screen Show (16:9)</PresentationFormat>
  <Paragraphs>231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Times New Roman</vt:lpstr>
      <vt:lpstr>Office Theme [1776541192830]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Detection: Setup &amp; Model Justification</dc:title>
  <dc:subject>PptxGenJS Presentation</dc:subject>
  <dc:creator>ADS Final Project</dc:creator>
  <cp:lastModifiedBy>Louisa Linkas</cp:lastModifiedBy>
  <cp:revision>3</cp:revision>
  <dcterms:created xsi:type="dcterms:W3CDTF">2026-04-18T19:04:32Z</dcterms:created>
  <dcterms:modified xsi:type="dcterms:W3CDTF">2026-04-19T17:05:17Z</dcterms:modified>
</cp:coreProperties>
</file>